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6581-9DA8-A95A-BFE7-582C87453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704B0-D35F-59AC-77F6-EFBC96716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77CEA-61A7-9F86-D525-687C037F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A221E-0164-D268-EFC9-7A79C00C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05948-9BF3-686C-948A-9D4A903C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7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89D5-13ED-7F15-6CC9-F97171AB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066DD-44CB-A213-C38B-C16EE124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84F0-6348-816A-F0ED-EFF05AED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2A3FC-7BBA-63C2-B8B2-9D8414FE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AD0D1-9EEA-3020-9156-DC68B9FC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54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88CF-12C9-DF1F-2B2D-D48A2176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BE-260B-ADB5-4433-3649DABB0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4568-2534-A283-B68B-681A4A49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D1986-AD35-8753-C367-DF836A48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24930-D9EC-380B-FABE-E8807FC6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58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695A-1B10-5F4A-21BC-B2E4A406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01472-9EEF-F8FB-A6F9-4F230E2B7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F80AE-E724-F626-DE2C-D104C2AF0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6D6FA-E176-AA4C-1BF3-BACC2273A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EBA7D-3317-BF7A-FC31-49D4CE59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4E547-761A-6CFD-7B58-9211E823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EDBC-D0FC-4F32-3EC0-A4E41B6E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42537-7157-7C0C-1576-A3C7DEA04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F2C3B-D085-1EA4-97CB-1C9D0C985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04F36-84A0-5C02-83DB-D1DEECBD1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FCE7F-5E16-E789-06F6-53A41BF5A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951BF-AD5A-BC62-6B2D-256DD1CF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79EE8-0CFA-9AB6-A8EF-149FE9AD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26BC1-55A8-E2FE-75FD-515EB943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6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176D-043A-A09E-69D1-5494799C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82501-222A-95D0-E948-ED571DBC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D26F4-3DFA-126B-A561-0C69B01B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C51A0-6AA2-4DCC-2387-9D0749BD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1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66682-B964-F6DA-EE19-B6B73774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6702F-2803-4D67-9E0D-888902E8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19914-79F3-3625-228D-9BD9968D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90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C808-C31C-8C62-C4EA-48C806C5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0069-5EE4-2AC4-2422-F012456F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C926C-D03C-4952-B294-5CAA1F444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89155-ACAB-8A3A-5B86-C385DB3A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801AE-01A8-6F1E-83C2-DA68A076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68C78-5E7F-6743-3B27-28CCA98A6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1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12C6-CABC-6589-6A61-63483716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BB414-BA65-89BA-A689-BED96E30D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9EC85-B78A-7E27-46A6-8F651D551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F3C6-CD2E-4A3C-28D1-21781879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D0F54-2E6D-ABC0-2012-0292C86A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5FDA9-06C8-5545-219F-24E23F15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76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1AE0-FAE2-1A08-1DE5-E1A74B53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893C3-D5C8-CFE7-CC74-1CC175943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21BE3-A46E-8872-DDEF-613A0883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ADA3B-0F95-EE36-BEFB-C146FB3E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4ABE-0C08-69F1-B204-133F7421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4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21834-B8C8-BFB9-5077-B369D2BCB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94D64-78A3-27FB-BF4A-0CEB920E7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FD1D-BA18-A2D3-651C-A0E28766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2380-C1EB-D6F0-BD46-F5C5A85E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C7D4D-A884-2EAE-3576-4D5F37A6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7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443A4-7824-4CD1-7204-E7239AEC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0459C-6A6B-3373-1228-999B9ED98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63F2F-F338-980A-EBB9-5B43EB99E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96CD-9E28-41E6-9BE9-97786AD7C4D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9E66-EF41-F8A0-4FE1-23FD7BC9E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D0D29-CDFA-DCDE-ABC2-52EB07B9F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36757-110A-4E81-8D8B-C8FE5E5C4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3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34A38D-BD7E-FCB5-A695-16C6CDFB659C}"/>
              </a:ext>
            </a:extLst>
          </p:cNvPr>
          <p:cNvSpPr txBox="1"/>
          <p:nvPr/>
        </p:nvSpPr>
        <p:spPr>
          <a:xfrm>
            <a:off x="194733" y="76674"/>
            <a:ext cx="60960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Why Use TypeScript with React?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TypeScript enhances React with: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safety for props, state, and context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Better IDE autocompletion and refactoring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Early error detection during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E89EB-CEF4-C52E-102A-5D380C57F9A5}"/>
              </a:ext>
            </a:extLst>
          </p:cNvPr>
          <p:cNvSpPr txBox="1"/>
          <p:nvPr/>
        </p:nvSpPr>
        <p:spPr>
          <a:xfrm>
            <a:off x="0" y="1702490"/>
            <a:ext cx="53678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compilerOptions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"target"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"ES2020"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"lib"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"ES2020"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"DOM"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DOM.Iterable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"module"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ESNext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moduleResolution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"Node"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jsx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"react-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jsx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"strict"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skipLibCheck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noEmit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resolveJsonModule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allowSyntheticDefaultImports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esModuleInterop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forceConsistentCasingInFileNames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"include"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5A9F52-93CC-5520-3BB0-9B98ABF3C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543597"/>
              </p:ext>
            </p:extLst>
          </p:nvPr>
        </p:nvGraphicFramePr>
        <p:xfrm>
          <a:off x="5105400" y="0"/>
          <a:ext cx="7086600" cy="67780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23582">
                  <a:extLst>
                    <a:ext uri="{9D8B030D-6E8A-4147-A177-3AD203B41FA5}">
                      <a16:colId xmlns:a16="http://schemas.microsoft.com/office/drawing/2014/main" val="2297598358"/>
                    </a:ext>
                  </a:extLst>
                </a:gridCol>
                <a:gridCol w="4363018">
                  <a:extLst>
                    <a:ext uri="{9D8B030D-6E8A-4147-A177-3AD203B41FA5}">
                      <a16:colId xmlns:a16="http://schemas.microsoft.com/office/drawing/2014/main" val="2807253107"/>
                    </a:ext>
                  </a:extLst>
                </a:gridCol>
              </a:tblGrid>
              <a:tr h="21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Option</a:t>
                      </a:r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Meaning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4093582584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target</a:t>
                      </a:r>
                      <a:r>
                        <a:rPr lang="en-IN" sz="1400" b="1"/>
                        <a:t>: "ES2020"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Output JavaScript will follow </a:t>
                      </a:r>
                      <a:r>
                        <a:rPr lang="en-IN" sz="1400" b="1"/>
                        <a:t>ES2020</a:t>
                      </a:r>
                      <a:r>
                        <a:rPr lang="en-IN" sz="1400"/>
                        <a:t> standard (modern features like optional chaining, nullish coalescing).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356580463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lib</a:t>
                      </a:r>
                      <a:r>
                        <a:rPr lang="en-IN" sz="1400" b="1"/>
                        <a:t>: ["ES2020", "DOM", "DOM.Iterable"]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Adds type definitions for ES2020 features, browser DOM APIs, and </a:t>
                      </a:r>
                      <a:r>
                        <a:rPr lang="en-IN" sz="1400" dirty="0" err="1"/>
                        <a:t>iterable</a:t>
                      </a:r>
                      <a:r>
                        <a:rPr lang="en-IN" sz="1400" dirty="0"/>
                        <a:t> DOM collections (like </a:t>
                      </a:r>
                      <a:r>
                        <a:rPr lang="en-IN" sz="1400" dirty="0" err="1"/>
                        <a:t>NodeList</a:t>
                      </a:r>
                      <a:r>
                        <a:rPr lang="en-IN" sz="1400" dirty="0"/>
                        <a:t>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1829046554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module</a:t>
                      </a:r>
                      <a:r>
                        <a:rPr lang="en-IN" sz="1400" b="1" dirty="0"/>
                        <a:t>: "</a:t>
                      </a:r>
                      <a:r>
                        <a:rPr lang="en-IN" sz="1400" b="1" dirty="0" err="1"/>
                        <a:t>ESNext</a:t>
                      </a:r>
                      <a:r>
                        <a:rPr lang="en-IN" sz="1400" b="1" dirty="0"/>
                        <a:t>"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modern </a:t>
                      </a:r>
                      <a:r>
                        <a:rPr lang="en-IN" sz="1400" b="1"/>
                        <a:t>ES module syntax</a:t>
                      </a:r>
                      <a:r>
                        <a:rPr lang="en-IN" sz="1400"/>
                        <a:t> (import/export) in the compiled output.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4075694357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moduleResolution</a:t>
                      </a:r>
                      <a:r>
                        <a:rPr lang="en-IN" sz="1400" b="1"/>
                        <a:t>: "Node"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Resolves modules the same way Node.js does (looks for node_modules, index.ts, etc.).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2455911513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jsx</a:t>
                      </a:r>
                      <a:r>
                        <a:rPr lang="en-IN" sz="1400" b="1" dirty="0"/>
                        <a:t>: "react-</a:t>
                      </a:r>
                      <a:r>
                        <a:rPr lang="en-IN" sz="1400" b="1" dirty="0" err="1"/>
                        <a:t>jsx</a:t>
                      </a:r>
                      <a:r>
                        <a:rPr lang="en-IN" sz="1400" b="1" dirty="0"/>
                        <a:t>"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Enables the new JSX transform (React 17+), so you don’t need to import React at the top of every file.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1210492941"/>
                  </a:ext>
                </a:extLst>
              </a:tr>
              <a:tr h="391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strict</a:t>
                      </a:r>
                      <a:r>
                        <a:rPr lang="en-IN" sz="1400" b="1"/>
                        <a:t>: true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Turns on </a:t>
                      </a:r>
                      <a:r>
                        <a:rPr lang="en-IN" sz="1400" b="1"/>
                        <a:t>all strict type-checking rules</a:t>
                      </a:r>
                      <a:r>
                        <a:rPr lang="en-IN" sz="1400"/>
                        <a:t> (best practice for catching bugs early).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2893544040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skipLibCheck</a:t>
                      </a:r>
                      <a:r>
                        <a:rPr lang="en-IN" sz="1400" b="1" dirty="0"/>
                        <a:t>: true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Skips type checking of .d.ts files (faster builds, but might miss some errors).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2113873814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noEmit</a:t>
                      </a:r>
                      <a:r>
                        <a:rPr lang="en-IN" sz="1400" b="1" dirty="0"/>
                        <a:t>: true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Prevents TypeScript from outputting .js files — useful when using bundlers like Vite, Webpack, or Next.js.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1004077794"/>
                  </a:ext>
                </a:extLst>
              </a:tr>
              <a:tr h="391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resolveJsonModule</a:t>
                      </a:r>
                      <a:r>
                        <a:rPr lang="en-IN" sz="1400" b="1"/>
                        <a:t>: true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Allows importing .json files directly as modules.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2242192617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allowSyntheticDefaultImports</a:t>
                      </a:r>
                      <a:r>
                        <a:rPr lang="en-IN" sz="1400" b="1"/>
                        <a:t>: true</a:t>
                      </a:r>
                      <a:endParaRPr lang="en-IN" sz="140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Lets you import x from "y" even if the module doesn’t have a default export.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4059260346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esModuleInterop</a:t>
                      </a:r>
                      <a:r>
                        <a:rPr lang="en-IN" sz="1400" b="1" dirty="0"/>
                        <a:t>: true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Improves compatibility between CommonJS and ES modules (adds default import support).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437536677"/>
                  </a:ext>
                </a:extLst>
              </a:tr>
              <a:tr h="565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forceConsistentCasingInFileNames</a:t>
                      </a:r>
                      <a:r>
                        <a:rPr lang="en-IN" sz="1400" b="1" dirty="0"/>
                        <a:t>: true</a:t>
                      </a:r>
                      <a:endParaRPr lang="en-IN" sz="1400" dirty="0"/>
                    </a:p>
                  </a:txBody>
                  <a:tcPr marL="46291" marR="46291" marT="23145" marB="23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Ensures file imports respect case sensitivity (avoids issues on Linux/macOS).</a:t>
                      </a:r>
                    </a:p>
                  </a:txBody>
                  <a:tcPr marL="46291" marR="46291" marT="23145" marB="23145" anchor="ctr"/>
                </a:tc>
                <a:extLst>
                  <a:ext uri="{0D108BD9-81ED-4DB2-BD59-A6C34878D82A}">
                    <a16:rowId xmlns:a16="http://schemas.microsoft.com/office/drawing/2014/main" val="4282036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3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987AA0-6989-A05D-57E4-C1EE758E1EBF}"/>
              </a:ext>
            </a:extLst>
          </p:cNvPr>
          <p:cNvSpPr txBox="1"/>
          <p:nvPr/>
        </p:nvSpPr>
        <p:spPr>
          <a:xfrm>
            <a:off x="389465" y="167406"/>
            <a:ext cx="8161867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Component Typing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Define props with TypeScript and use them in a functional component: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F3DE4-0143-BD19-EA10-3FDB9A2CB413}"/>
              </a:ext>
            </a:extLst>
          </p:cNvPr>
          <p:cNvSpPr txBox="1"/>
          <p:nvPr/>
        </p:nvSpPr>
        <p:spPr>
          <a:xfrm>
            <a:off x="237067" y="1290609"/>
            <a:ext cx="6350000" cy="3486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tsx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GreetingProps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GreetingProps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 are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years old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576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D4E3FB-2DAD-E012-7B4C-C0489A88695E}"/>
              </a:ext>
            </a:extLst>
          </p:cNvPr>
          <p:cNvSpPr txBox="1"/>
          <p:nvPr/>
        </p:nvSpPr>
        <p:spPr>
          <a:xfrm>
            <a:off x="524934" y="332105"/>
            <a:ext cx="609600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Type-Safe Events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event handlers for inputs and buttons:</a:t>
            </a:r>
          </a:p>
        </p:txBody>
      </p:sp>
    </p:spTree>
    <p:extLst>
      <p:ext uri="{BB962C8B-B14F-4D97-AF65-F5344CB8AC3E}">
        <p14:creationId xmlns:p14="http://schemas.microsoft.com/office/powerpoint/2010/main" val="425535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505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8</cp:revision>
  <dcterms:created xsi:type="dcterms:W3CDTF">2026-09-18T07:19:03Z</dcterms:created>
  <dcterms:modified xsi:type="dcterms:W3CDTF">2026-09-18T08:49:09Z</dcterms:modified>
</cp:coreProperties>
</file>