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B4B3-5DF2-4EB2-4F42-7EE41CA5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3EF66-5084-B12E-908A-8E8AF2C43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8D3E2-8DC8-C4F8-699D-574644A3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06F54-6AB4-8FD9-F6FD-61B1A50A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C6EFC-28A9-B06E-CAA4-1CB22146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6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EA1D-D59F-C499-EB10-78AC73D9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0C70A-A9DC-74BA-B6E6-6853997BF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39A81-0002-92BF-D89D-656518E0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B8F6E-C8D0-330D-EC96-A5197280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E4D93-32D3-A910-4CC2-40875C58B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075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3FE76-36CE-0275-FCBF-432187A7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368ED-25D7-50B9-0080-9A68F5BB7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7B458-5697-4E6D-DE11-ED80C661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8A024-5940-1CE3-F22E-3D7A3945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42FF9-69FB-532A-DA67-1EC98BFC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10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C34E-40EF-202F-FB42-546BFB73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27B6-F08F-459C-987B-60D134361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00399-B665-6CC5-4EB5-B3BC4F436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EC30C-C96F-9D65-83E0-96D5BF07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13162-FF97-0A42-CC27-1E70237E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5C0C2-E998-6954-FF62-FA29A4E2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1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9149-570E-EA92-9075-BBE3F53D1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B6C2B-27F9-0CBF-6291-DF2DF6FEB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C95CF-E412-445D-2B22-43E90DE4B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BA917-A265-14AA-00AD-609E6E4FE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BDFEA-103B-2056-2C96-A8B132F48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B003E-BB94-704D-06B5-E22AB683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6ED9E7-88CF-43F8-406E-0F6B3CF8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4100B-A9B8-581B-7B8E-A8BE80FE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93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98ED7-476C-9781-1469-D8B4CFAD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0E0D5-8D03-748F-8CAC-85C1D609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E23D6-E6AF-DD8B-F5D6-D7F22457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FCC54-1496-CFBB-A924-096F0482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E085-1288-19AC-9CC8-E4FE6CFA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1D600-8561-EA70-96C1-15E3505C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09BB2-4CB3-69A8-8294-9E7C47B9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71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CBFD-6247-85FF-1404-56BAEFE0B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390E8-0882-C74A-ECF4-1D7062641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29416-A11B-663E-7809-A187D70EC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44A9A-16E8-323B-511C-2ABCD332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40D27-BFC8-FB8F-124C-14AE4181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26FEF-8022-75C9-9646-97C4EEBB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04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A73E-6CEF-8CF6-86D8-1D7AE869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C5B03A-C72A-03C0-DF07-04B1E16D8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B5FA9-518F-98A4-FA9E-FCAF1F632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C62DD-195F-9728-DD53-7353A149E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7862A-BBFC-89C4-04DC-E8AB3C9A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6C78D-D49D-2F03-01CB-3448B8FD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21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1862-62B2-68BA-C3CC-6B5C14B6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E9301-D590-D5A6-B4B5-0BC48F23C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9F56B-2FFE-2657-769A-2AB877CB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0CE77-2D70-346A-D91D-49DBB12D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B745C-C7A5-406A-FDB9-78CDF4FC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2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4E342-E817-B044-4479-296C96C58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75B22-11CF-3D01-B7F8-1E0F0B641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FE37-937D-56E5-E0F1-ACFD3D2B2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C78BC-A214-C9D2-0A02-90AE66CC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59715-0819-23A4-F635-5A09EA827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71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20D8F-F53F-90A7-2564-7B6109CD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1163D-C8BB-99A4-051E-742329A2C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E0D9D-31B9-22C9-F6C7-02259CD41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FE48C-5241-43EA-B1BF-3184EE2F0EE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F0A83-EE4A-8467-E183-A21B44939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B4156-A4BC-29BF-5077-5896B7605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1B363-E964-4F24-B3F6-159598C93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84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7202F6-D37D-D97F-17F6-638C3A7DB7ED}"/>
              </a:ext>
            </a:extLst>
          </p:cNvPr>
          <p:cNvSpPr txBox="1"/>
          <p:nvPr/>
        </p:nvSpPr>
        <p:spPr>
          <a:xfrm>
            <a:off x="524933" y="124768"/>
            <a:ext cx="889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keyof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a keyword in TypeScript which is used to extract the key type from an object type.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7AFD0-96E4-AAE3-7049-37B1A49617DC}"/>
              </a:ext>
            </a:extLst>
          </p:cNvPr>
          <p:cNvSpPr txBox="1"/>
          <p:nvPr/>
        </p:nvSpPr>
        <p:spPr>
          <a:xfrm>
            <a:off x="304799" y="1220801"/>
            <a:ext cx="979593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Person {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name: string;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age: number;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2800" dirty="0"/>
            </a:b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`</a:t>
            </a:r>
            <a:r>
              <a:rPr lang="en-IN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keyof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Person` here creates a union type of "name" and "age", other strings will not be allowed</a:t>
            </a:r>
          </a:p>
          <a:p>
            <a:b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printPersonProperty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(person: Person, property: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keyof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Person) {</a:t>
            </a:r>
          </a:p>
          <a:p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console.log(</a:t>
            </a:r>
            <a:r>
              <a:rPr lang="en-IN" sz="1600" b="0" i="0" dirty="0">
                <a:solidFill>
                  <a:srgbClr val="FF5500"/>
                </a:solidFill>
                <a:effectLst/>
                <a:latin typeface="Consolas" panose="020B0609020204030204" pitchFamily="49" charset="0"/>
              </a:rPr>
              <a:t>`Printing person property ${property}: "${person[property]}"`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dirty="0"/>
            </a:br>
            <a:r>
              <a:rPr lang="en-IN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person = {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name: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"Max"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age: </a:t>
            </a:r>
            <a:r>
              <a:rPr lang="en-IN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27</a:t>
            </a:r>
            <a:br>
              <a:rPr lang="en-IN" sz="2800" dirty="0"/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IN" sz="2800" dirty="0"/>
            </a:br>
            <a:r>
              <a:rPr lang="en-I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printPersonProperty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(person, 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Printing person property name: "Max"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1117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C2E6C1-5450-BD94-730C-DA1BAFF20853}"/>
              </a:ext>
            </a:extLst>
          </p:cNvPr>
          <p:cNvSpPr txBox="1"/>
          <p:nvPr/>
        </p:nvSpPr>
        <p:spPr>
          <a:xfrm>
            <a:off x="423333" y="167405"/>
            <a:ext cx="9770534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keyof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with index signatures</a:t>
            </a:r>
          </a:p>
          <a:p>
            <a:pPr indent="0" algn="l">
              <a:buNone/>
            </a:pPr>
            <a:r>
              <a:rPr lang="en-IN" sz="1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keyof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can also be used with index signatures to extract the index type.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91A30-56EB-8DCD-B181-0730726A6668}"/>
              </a:ext>
            </a:extLst>
          </p:cNvPr>
          <p:cNvSpPr txBox="1"/>
          <p:nvPr/>
        </p:nvSpPr>
        <p:spPr>
          <a:xfrm>
            <a:off x="812799" y="1586006"/>
            <a:ext cx="10456333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type </a:t>
            </a:r>
            <a:r>
              <a:rPr lang="en-IN" sz="2400" dirty="0" err="1"/>
              <a:t>StringMap</a:t>
            </a:r>
            <a:r>
              <a:rPr lang="en-IN" sz="2400" dirty="0"/>
              <a:t> = { [key: string]: unknown };</a:t>
            </a:r>
          </a:p>
          <a:p>
            <a:endParaRPr lang="en-IN" sz="2400" dirty="0"/>
          </a:p>
          <a:p>
            <a:r>
              <a:rPr lang="en-IN" sz="2400" dirty="0"/>
              <a:t>// `</a:t>
            </a:r>
            <a:r>
              <a:rPr lang="en-IN" sz="2400" dirty="0" err="1"/>
              <a:t>keyof</a:t>
            </a:r>
            <a:r>
              <a:rPr lang="en-IN" sz="2400" dirty="0"/>
              <a:t> </a:t>
            </a:r>
            <a:r>
              <a:rPr lang="en-IN" sz="2400" dirty="0" err="1"/>
              <a:t>StringMap</a:t>
            </a:r>
            <a:r>
              <a:rPr lang="en-IN" sz="2400" dirty="0"/>
              <a:t>` resolves to `string` here</a:t>
            </a:r>
          </a:p>
          <a:p>
            <a:endParaRPr lang="en-IN" sz="2400" dirty="0"/>
          </a:p>
          <a:p>
            <a:r>
              <a:rPr lang="en-IN" sz="2400" dirty="0"/>
              <a:t>function </a:t>
            </a:r>
            <a:r>
              <a:rPr lang="en-IN" sz="2400" dirty="0" err="1"/>
              <a:t>createStringPair</a:t>
            </a:r>
            <a:r>
              <a:rPr lang="en-IN" sz="2400" dirty="0"/>
              <a:t>(property: </a:t>
            </a:r>
            <a:r>
              <a:rPr lang="en-IN" sz="2400" dirty="0" err="1"/>
              <a:t>keyof</a:t>
            </a:r>
            <a:r>
              <a:rPr lang="en-IN" sz="2400" dirty="0"/>
              <a:t> </a:t>
            </a:r>
            <a:r>
              <a:rPr lang="en-IN" sz="2400" dirty="0" err="1"/>
              <a:t>StringMap</a:t>
            </a:r>
            <a:r>
              <a:rPr lang="en-IN" sz="2400" dirty="0"/>
              <a:t>, value: string): </a:t>
            </a:r>
            <a:r>
              <a:rPr lang="en-IN" sz="2400" dirty="0" err="1"/>
              <a:t>StringMap</a:t>
            </a:r>
            <a:r>
              <a:rPr lang="en-IN" sz="2400" dirty="0"/>
              <a:t> 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  return { [property]: value };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console.log(</a:t>
            </a:r>
            <a:r>
              <a:rPr lang="en-IN" sz="2400" dirty="0" err="1"/>
              <a:t>JSON.stringify</a:t>
            </a:r>
            <a:r>
              <a:rPr lang="en-IN" sz="2400" dirty="0"/>
              <a:t>(</a:t>
            </a:r>
            <a:r>
              <a:rPr lang="en-IN" sz="2400" dirty="0" err="1"/>
              <a:t>createStringPair</a:t>
            </a:r>
            <a:r>
              <a:rPr lang="en-IN" sz="2400" dirty="0"/>
              <a:t>('greeting', 'hello')));</a:t>
            </a:r>
          </a:p>
        </p:txBody>
      </p:sp>
    </p:spTree>
    <p:extLst>
      <p:ext uri="{BB962C8B-B14F-4D97-AF65-F5344CB8AC3E}">
        <p14:creationId xmlns:p14="http://schemas.microsoft.com/office/powerpoint/2010/main" val="249769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621A3A-EBF6-D6BF-08A2-64382A1F280C}"/>
              </a:ext>
            </a:extLst>
          </p:cNvPr>
          <p:cNvSpPr txBox="1"/>
          <p:nvPr/>
        </p:nvSpPr>
        <p:spPr>
          <a:xfrm>
            <a:off x="220133" y="76673"/>
            <a:ext cx="11726333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Understanding Type Guards in TypeScript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TypeScript Type Guards are powerful constructs that allow you to narrow down the type of a variable within a specific scope.</a:t>
            </a:r>
          </a:p>
          <a:p>
            <a:pPr indent="0"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They help TypeScript understand and enforce type safety by providing explicit checks that determine the specific type of a variable at runtime.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98DB6-C5B7-C894-BE44-744693514026}"/>
              </a:ext>
            </a:extLst>
          </p:cNvPr>
          <p:cNvSpPr txBox="1"/>
          <p:nvPr/>
        </p:nvSpPr>
        <p:spPr>
          <a:xfrm>
            <a:off x="220133" y="1235806"/>
            <a:ext cx="4876800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Type Guards</a:t>
            </a:r>
          </a:p>
          <a:p>
            <a:pPr indent="0"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</a:t>
            </a:r>
            <a:r>
              <a:rPr lang="en-IN" sz="12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operator is a built-in type guard that checks the type of a primitive value at runtime.</a:t>
            </a:r>
          </a:p>
          <a:p>
            <a:pPr indent="0"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It's particularly useful for narrowing primitive types like strings, numbers,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booleans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etc.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D1D67-D2F3-D385-5741-DE39FF9098E0}"/>
              </a:ext>
            </a:extLst>
          </p:cNvPr>
          <p:cNvSpPr txBox="1"/>
          <p:nvPr/>
        </p:nvSpPr>
        <p:spPr>
          <a:xfrm>
            <a:off x="220133" y="2672669"/>
            <a:ext cx="5435600" cy="34778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 Simple type guard with </a:t>
            </a:r>
            <a:r>
              <a:rPr lang="en-IN" sz="1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typeof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(value: string | number): string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=== 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'string'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TypeScript knows value is string here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value.trim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 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TypeScript knows value is number here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value.toFixed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en-IN" sz="2400" dirty="0"/>
            </a:b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2400" dirty="0"/>
            </a:br>
            <a:br>
              <a:rPr lang="en-IN" sz="2400" dirty="0"/>
            </a:b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Example usage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result1 =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  hello  '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"HELLO"</a:t>
            </a:r>
            <a:b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result2 =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42.1234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    </a:t>
            </a:r>
            <a:r>
              <a:rPr lang="en-IN" sz="1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"42.12"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A5842-5915-6B43-48BB-73309904E701}"/>
              </a:ext>
            </a:extLst>
          </p:cNvPr>
          <p:cNvSpPr txBox="1"/>
          <p:nvPr/>
        </p:nvSpPr>
        <p:spPr>
          <a:xfrm>
            <a:off x="6083299" y="1071817"/>
            <a:ext cx="6096000" cy="5677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Bird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"Flying..."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Fish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swim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"Swimming..."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Bird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TypeScript knows animal is Bird here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TypeScript knows animal is Fish here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swim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	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Examples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bird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Bird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fish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Fish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bird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Outputs: Flying...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fish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Outputs: Swimming..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7C4FC5-879F-DB48-36AC-9BA710166523}"/>
              </a:ext>
            </a:extLst>
          </p:cNvPr>
          <p:cNvSpPr txBox="1"/>
          <p:nvPr/>
        </p:nvSpPr>
        <p:spPr>
          <a:xfrm>
            <a:off x="8204200" y="1071817"/>
            <a:ext cx="37676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Type Guards</a:t>
            </a:r>
          </a:p>
        </p:txBody>
      </p:sp>
    </p:spTree>
    <p:extLst>
      <p:ext uri="{BB962C8B-B14F-4D97-AF65-F5344CB8AC3E}">
        <p14:creationId xmlns:p14="http://schemas.microsoft.com/office/powerpoint/2010/main" val="352134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8BA647-F2CF-C70D-8CC5-CE2971838EB8}"/>
              </a:ext>
            </a:extLst>
          </p:cNvPr>
          <p:cNvSpPr txBox="1"/>
          <p:nvPr/>
        </p:nvSpPr>
        <p:spPr>
          <a:xfrm>
            <a:off x="0" y="0"/>
            <a:ext cx="104224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Mapped types in TypeScript allow you to create new types by transforming properties of existing types.</a:t>
            </a:r>
          </a:p>
          <a:p>
            <a:pPr indent="0" algn="l">
              <a:buNone/>
            </a:pPr>
            <a:endParaRPr lang="en-IN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Mapped types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= transform every property of a type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Common ones: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Partial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IN" sz="16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Omit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Record</a:t>
            </a:r>
            <a:endParaRPr lang="en-IN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30300-C907-CFF9-D9ED-F7D8C72B6C16}"/>
              </a:ext>
            </a:extLst>
          </p:cNvPr>
          <p:cNvSpPr txBox="1"/>
          <p:nvPr/>
        </p:nvSpPr>
        <p:spPr>
          <a:xfrm>
            <a:off x="0" y="1265706"/>
            <a:ext cx="6096000" cy="9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Small example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PartialPerson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[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keyof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};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ReadonlyPerson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keyof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C46B4-40F9-2189-FB64-820CFA4A045C}"/>
              </a:ext>
            </a:extLst>
          </p:cNvPr>
          <p:cNvSpPr txBox="1"/>
          <p:nvPr/>
        </p:nvSpPr>
        <p:spPr>
          <a:xfrm>
            <a:off x="0" y="2429303"/>
            <a:ext cx="523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Mapped types use the syntax 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{ [P in K]: T }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where: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the property name being iterated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a union of property names to iterate over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the resulting type for each property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BDAE1-4556-CB18-3C3E-AF0B9E132F6E}"/>
              </a:ext>
            </a:extLst>
          </p:cNvPr>
          <p:cNvSpPr txBox="1"/>
          <p:nvPr/>
        </p:nvSpPr>
        <p:spPr>
          <a:xfrm>
            <a:off x="127000" y="3579428"/>
            <a:ext cx="5842001" cy="3135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Define an object type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 mapped type that makes all properties optional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PartialPerson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[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keyof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DEDA69-5AB7-6C67-660A-3BBF502ACF25}"/>
              </a:ext>
            </a:extLst>
          </p:cNvPr>
          <p:cNvSpPr txBox="1"/>
          <p:nvPr/>
        </p:nvSpPr>
        <p:spPr>
          <a:xfrm>
            <a:off x="5985935" y="337990"/>
            <a:ext cx="6112932" cy="5083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Usage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partialPerson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PartialPerson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"John"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age and email are optional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Create a mapped type that makes all properties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ReadonlyPerson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keyof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Usage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readonlyPerson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ReadonlyPerson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"Alice"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age: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"alice@example.com"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readonlyPerson.age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31; // Error: Cannot assign to 'age' because it is a read-only property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86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765E70-788B-F0C7-0036-9FC6CDB6C05E}"/>
              </a:ext>
            </a:extLst>
          </p:cNvPr>
          <p:cNvSpPr txBox="1"/>
          <p:nvPr/>
        </p:nvSpPr>
        <p:spPr>
          <a:xfrm>
            <a:off x="0" y="-100904"/>
            <a:ext cx="530013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3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Built-in Mapped Types</a:t>
            </a:r>
          </a:p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Standard Library Utilities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TypeScript includes several useful built-in mapped types: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Partial&lt;T&gt;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 make all props optional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&lt;T&gt;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 make all props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readonly</a:t>
            </a:r>
            <a:endParaRPr lang="en-IN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Pick&lt;T, K&gt;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 select a subset of keys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Omit&lt;T, K&gt;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 remove keys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Record&lt;K, V&gt;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 map keys to a value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AFE06-7FA7-6E1D-53EC-C43CF8339FF1}"/>
              </a:ext>
            </a:extLst>
          </p:cNvPr>
          <p:cNvSpPr txBox="1"/>
          <p:nvPr/>
        </p:nvSpPr>
        <p:spPr>
          <a:xfrm>
            <a:off x="143933" y="2638307"/>
            <a:ext cx="5952067" cy="40440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isAdmin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2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Partial&lt;T&gt;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Makes all properties optional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PartialUser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Partial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Equivalent to: { id?: number; name?: string; email?: string; 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isAdmin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?: 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2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Required&lt;T&gt;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 Makes all properties required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RequiredUser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Partial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&gt;&gt;;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Equivalent to: { id: number; name: string; email: string; 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isAdmin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5A7C0-4833-69D6-7945-B7A9C0684935}"/>
              </a:ext>
            </a:extLst>
          </p:cNvPr>
          <p:cNvSpPr txBox="1"/>
          <p:nvPr/>
        </p:nvSpPr>
        <p:spPr>
          <a:xfrm>
            <a:off x="6015568" y="66515"/>
            <a:ext cx="6176432" cy="61294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I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&lt;T&gt;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Makes all properties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ReadonlyUser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Equivalent to: {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id: number;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name: string; ... }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Pick&lt;T, K&gt;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Creates a type with a subset of properties from 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UserCredentials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Pick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"email"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"id"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Equivalent to: { email: string; id: number; }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Omit&lt;T, K&gt;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Creates a type by removing specified properties from 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PublicUser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Omit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"id"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isAdmin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Equivalent to: { name: string; email: string; }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Record&lt;K, T&gt;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Creates a type with specified keys and value types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UserRoles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Record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"admin"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"user"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"guest"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Equivalent to: { admin: string; user: string; guest: string; }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922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1138</Words>
  <Application>Microsoft Office PowerPoint</Application>
  <PresentationFormat>Widescreen</PresentationFormat>
  <Paragraphs>125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20</cp:revision>
  <dcterms:created xsi:type="dcterms:W3CDTF">2026-09-18T04:42:03Z</dcterms:created>
  <dcterms:modified xsi:type="dcterms:W3CDTF">2026-09-24T04:16:51Z</dcterms:modified>
</cp:coreProperties>
</file>