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BB12-B35B-8818-9C15-33D2FCA89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F29D9-E1BB-8134-CE9B-9E543D9A4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12342-C6FF-1C12-DCC3-4B429D2A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81767-A209-1864-A251-C680404B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53B2F-C56C-AA5C-7C3D-304AECB7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959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5B3D-BD36-B9A6-5BBA-2FA66BA3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EC40C-456D-DBAD-07FB-ABB3322C3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1CE6C-5143-EF7C-A9D3-2ED4E0B60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F59D7-20D7-9C13-4432-CD338CD0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E41CA-AF0D-BFC7-AB70-91980D4E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12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F321A-EE08-097D-AD96-21FFFF75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F9FA49-19F9-C854-7C9D-2F0F1C35B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E895D-2459-B7DC-DB1E-1A17EF5CD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26CF-AD7E-9E4B-70D2-2E94F91C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A9BD3-B5FA-72DB-17B4-7F5F42609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71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D6EE1-FCE4-D476-DB1F-858F767A7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F5B98-4F60-5210-7085-02031FE7B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6EE4C-7CF9-9DF9-DFE8-0F83ABEB1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69859-3F0B-18DC-1F0F-5AB3B828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585B3-D874-087F-7C66-5FF08ADA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E03AC-DFE1-FFC4-CA06-ED42E5C84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830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1F61A-FFC6-23EF-BF31-6FA00B1EC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3AAB6-8FA5-EFD0-CF94-CC1E54162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8C77B7-FD49-7C0B-894A-FCE87D0E8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EB8E6-3102-2440-C285-062AF8E1C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8D4044-890E-DA95-6DCA-609CE01DE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6E5385-366C-4A9B-4468-1F75ACF0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49BBB9-B1A6-B6A5-2EF7-745FC9A0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B1309-612A-79D7-73AF-007D94676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498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4758-6663-184F-C2E1-4223A4E3E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755DF-3C55-9C2B-83C6-20BC0CEE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BFAB79-1E9E-D359-47CF-48CA12ECE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16EE8-D4AB-3EB9-04B1-97E11EFB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97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58A0E9-26AE-9B8A-9535-D57D984BD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AD5045-C7E5-877B-A8C3-A9AE708B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58C2F-D139-0B27-27E3-0D7B042A4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752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92557-E808-0CA2-CDFC-FE6A39D2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E3B0C-DE0B-0D88-76DB-3A8EA6516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6821E-9871-B1C6-930D-ECD21BA3F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31753-2B5A-FC9A-4CAB-C616665C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85EA1-A132-C4E6-9001-CC41882E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955BA-4501-2628-6043-31E3601A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13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F1336-AF6D-5822-FC61-FA8EF9D38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2BEEA7-28C1-04BC-F951-510D35705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42AD2-6C1D-9135-8114-F535642D3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D754E-B53C-1C64-7A12-97394EAE4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D6F0A-CE3D-AD9A-226C-7B6CC8E3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4C437-1C1A-3B13-48E1-08D98ABC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620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CE57E-EB12-C1E6-DA71-AD716248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2EA11-01D5-4CB5-EEC9-F05554B14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620A7-BEF1-5152-5A06-910DCAE79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52F2B-BDFA-E1EF-4DE2-48A55073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78E26-3AD0-7782-F5B1-9E1E5586D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009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0C248F-750D-15C9-FE8D-DF04088ECF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DE342-08FB-D922-A7EF-ED2C927B3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99CB7-3FEE-09AE-9C00-D70471E7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700ED-BCEB-719C-DFBE-A03CA8937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3ECAF-670D-3F1D-6432-A7D05EEC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60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B282C5-7E63-472C-A413-81E74A670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9C6017-BA3E-4C84-DADF-8B1054AD2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6FF39-BE5F-F81B-A4D6-857BC92D1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EA53BC-08A5-40E5-B5B0-31402F3F5DB6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90FF0-7602-791D-A106-4E1C8154F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49FF7-189F-5E4D-BC6D-00444B2A5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D74B0-D149-4E23-810B-CAC44BDA9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72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72F089-A11D-BE0B-4195-7963D1DCD8C4}"/>
              </a:ext>
            </a:extLst>
          </p:cNvPr>
          <p:cNvSpPr txBox="1"/>
          <p:nvPr/>
        </p:nvSpPr>
        <p:spPr>
          <a:xfrm>
            <a:off x="397933" y="65095"/>
            <a:ext cx="112437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900"/>
              </a:spcAft>
              <a:buNone/>
            </a:pPr>
            <a:r>
              <a:rPr lang="en-US" b="1" dirty="0">
                <a:effectLst/>
                <a:latin typeface="BlinkMacSystemFont"/>
              </a:rPr>
              <a:t>Fetch: Abort</a:t>
            </a:r>
          </a:p>
          <a:p>
            <a:pPr algn="l">
              <a:spcAft>
                <a:spcPts val="900"/>
              </a:spcAft>
              <a:buNone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As we know,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returns a promise. And JavaScript generally has no concept of “aborting” a promise. So how can we cancel an ongoing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? E.g. if the user actions on our site indicate that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isn’t needed any more.</a:t>
            </a:r>
          </a:p>
          <a:p>
            <a:pPr algn="l">
              <a:spcAft>
                <a:spcPts val="900"/>
              </a:spcAft>
              <a:buNone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There’s a special built-in object for such purposes: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. It can be used to abort not only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, but other asynchronous tasks as well.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89D8D9-5B31-3F5B-9CAE-4704121FDFC4}"/>
              </a:ext>
            </a:extLst>
          </p:cNvPr>
          <p:cNvSpPr txBox="1"/>
          <p:nvPr/>
        </p:nvSpPr>
        <p:spPr>
          <a:xfrm>
            <a:off x="626533" y="2105949"/>
            <a:ext cx="10354733" cy="3164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ts val="1500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controller </a:t>
            </a:r>
            <a:r>
              <a:rPr lang="en-US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b="0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pPr algn="l">
              <a:spcAft>
                <a:spcPts val="900"/>
              </a:spcAft>
              <a:buNone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A controller is an extremely simple object.</a:t>
            </a:r>
          </a:p>
          <a:p>
            <a:pPr algn="l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It has a single method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abort()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,</a:t>
            </a:r>
          </a:p>
          <a:p>
            <a:pPr algn="l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And a single property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that allows to set event listeners on it.</a:t>
            </a:r>
          </a:p>
          <a:p>
            <a:pPr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b="1" i="0" dirty="0">
                <a:solidFill>
                  <a:srgbClr val="313130"/>
                </a:solidFill>
                <a:effectLst/>
                <a:latin typeface="BlinkMacSystemFont"/>
              </a:rPr>
              <a:t>When </a:t>
            </a:r>
            <a:r>
              <a:rPr lang="en-US" b="1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abort()</a:t>
            </a:r>
            <a:r>
              <a:rPr lang="en-US" b="1" i="0" dirty="0">
                <a:solidFill>
                  <a:srgbClr val="313130"/>
                </a:solidFill>
                <a:effectLst/>
                <a:latin typeface="BlinkMacSystemFont"/>
              </a:rPr>
              <a:t> is called:</a:t>
            </a:r>
          </a:p>
          <a:p>
            <a:pPr algn="l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controller.signal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</a:t>
            </a:r>
            <a:r>
              <a:rPr lang="en-US" b="1" i="0" dirty="0">
                <a:solidFill>
                  <a:srgbClr val="313130"/>
                </a:solidFill>
                <a:effectLst/>
                <a:latin typeface="BlinkMacSystemFont"/>
              </a:rPr>
              <a:t>emits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"abort"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event.</a:t>
            </a:r>
          </a:p>
          <a:p>
            <a:pPr algn="l"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controller.signal.aborted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   property becomes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4342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FBF09E-FACC-D98D-70AA-34597A3DBD11}"/>
              </a:ext>
            </a:extLst>
          </p:cNvPr>
          <p:cNvSpPr txBox="1"/>
          <p:nvPr/>
        </p:nvSpPr>
        <p:spPr>
          <a:xfrm>
            <a:off x="304799" y="110067"/>
            <a:ext cx="10583333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controller </a:t>
            </a:r>
            <a:r>
              <a:rPr lang="en-US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signal </a:t>
            </a:r>
            <a:r>
              <a:rPr lang="en-US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The party that performs a cancelable operation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gets the "signal" object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and sets the listener to trigger when 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controller.abort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 is called</a:t>
            </a:r>
          </a:p>
          <a:p>
            <a:endParaRPr lang="en-US" sz="16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addEventListener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'abort'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"abort!"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endParaRPr lang="en-US" sz="16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The other party, that cancels (at any point later):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 sz="1600" dirty="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abort!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The event triggers and 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signal.aborted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becomes true</a:t>
            </a:r>
          </a:p>
          <a:p>
            <a:endParaRPr lang="en-US" sz="16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aborted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true</a:t>
            </a: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419132-A01C-64A1-E4D6-C644E6118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86" y="4233333"/>
            <a:ext cx="9518280" cy="228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30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8644F1-CE44-AEBF-5F5C-3CFAD982064B}"/>
              </a:ext>
            </a:extLst>
          </p:cNvPr>
          <p:cNvSpPr txBox="1"/>
          <p:nvPr/>
        </p:nvSpPr>
        <p:spPr>
          <a:xfrm>
            <a:off x="126999" y="0"/>
            <a:ext cx="11514667" cy="687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Oswald" panose="00000500000000000000" pitchFamily="2" charset="0"/>
                <a:ea typeface="+mn-ea"/>
                <a:cs typeface="+mn-cs"/>
              </a:rPr>
              <a:t>1. Introduction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There can be several reasons why you might want to abort JavaScript execution. Here are some common scenarios where aborting JavaScript execution might be necessary: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Long-Running Tasks: If a JavaScript task is taking too long to complete and is causing performance issues or blocking the main thread, you might consider aborting it to prevent a negative user experience or browser lockup.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User Interaction: If a user initiates an action that requires immediate interruption of a JavaScript process, such as closing a modal or canceling a request, you might need to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 ongoing execution to respond to the user’s input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Asynchronous Operations: When dealing with asynchronous operations, you might need to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ongoing tasks if the user navigates away from the current page or if the operation is no longer relevant.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Error Handling: In cases where a critical error occurs during JavaScript execution,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 execution might be necessary to prevent further cascading errors and to ensure proper error handling and graceful degradation.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Timeouts: You might want to set timeouts for certain tasks and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their execution if they exceed a specified time limit, preventing them from negatively impacting the user experience.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Resource Constraints: In resource-constrained environments, such as mobile devices with limited memory, you might need to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JavaScript execution to prevent excessive memory usage and potential crashes.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Security Concerns: If a script is behaving maliciously or attempting unauthorized actions,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its execution can help mitigate potential security risks.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Cancelling Network Requests: If you have ongoing network requests (e.g., AJAX requests or Fetch API calls) that are no longer needed,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aborting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them can help conserve network resources and improve performance.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2C2F34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75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Animation and Transitions: If animations or transitions need to be interrupted due to user interactions or changes in the application state, you might need to 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Inconsolata" pitchFamily="1" charset="0"/>
                <a:ea typeface="+mn-ea"/>
                <a:cs typeface="+mn-cs"/>
              </a:rPr>
              <a:t>abort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C2F34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 the ongoing animations to ensure a smooth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2084474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30C7CC-9055-080A-58E4-4E8B634CB5C6}"/>
              </a:ext>
            </a:extLst>
          </p:cNvPr>
          <p:cNvSpPr txBox="1"/>
          <p:nvPr/>
        </p:nvSpPr>
        <p:spPr>
          <a:xfrm>
            <a:off x="67732" y="125568"/>
            <a:ext cx="11252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To be able to cancel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, pass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property of an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as a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option: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02FA3-8AD8-6B40-8A08-568843E00F51}"/>
              </a:ext>
            </a:extLst>
          </p:cNvPr>
          <p:cNvSpPr txBox="1"/>
          <p:nvPr/>
        </p:nvSpPr>
        <p:spPr>
          <a:xfrm>
            <a:off x="135467" y="494900"/>
            <a:ext cx="978746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// abort in 1 second</a:t>
            </a: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controller </a:t>
            </a:r>
            <a:r>
              <a:rPr lang="en-IN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Let signal= controller. Signal;</a:t>
            </a:r>
          </a:p>
          <a:p>
            <a:endParaRPr lang="en-IN" sz="1600" b="0" i="0" dirty="0">
              <a:solidFill>
                <a:srgbClr val="31313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(()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IN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i="0" dirty="0" err="1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response </a:t>
            </a:r>
            <a:r>
              <a:rPr lang="en-IN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'/article/fetch-abort/demo/</a:t>
            </a:r>
            <a:r>
              <a:rPr lang="en-IN" sz="1600" b="0" i="0" dirty="0" err="1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hang'</a:t>
            </a:r>
            <a:r>
              <a:rPr lang="en-IN" sz="16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i="0" dirty="0" err="1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IN" sz="1600" dirty="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	}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600" dirty="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	{</a:t>
            </a:r>
          </a:p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IN" sz="1600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i="0" dirty="0" err="1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AbortError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)// handle abort()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i="0" dirty="0">
                <a:solidFill>
                  <a:srgbClr val="DD4A68"/>
                </a:solidFill>
                <a:effectLst/>
                <a:latin typeface="Consolas" panose="020B0609020204030204" pitchFamily="49" charset="0"/>
              </a:rPr>
              <a:t>	alert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"Aborted!"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600" dirty="0">
              <a:solidFill>
                <a:srgbClr val="313130"/>
              </a:solidFill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708090"/>
                </a:solidFill>
                <a:latin typeface="Consolas" panose="020B0609020204030204" pitchFamily="49" charset="0"/>
              </a:rPr>
              <a:t>  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err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600" b="0" i="0" dirty="0">
              <a:solidFill>
                <a:srgbClr val="708090"/>
              </a:solidFill>
              <a:effectLst/>
              <a:latin typeface="Consolas" panose="020B0609020204030204" pitchFamily="49" charset="0"/>
            </a:endParaRPr>
          </a:p>
          <a:p>
            <a:endParaRPr lang="en-IN" sz="16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r>
              <a:rPr lang="en-IN" sz="1600" b="0" i="0" dirty="0">
                <a:solidFill>
                  <a:srgbClr val="313130"/>
                </a:solidFill>
                <a:effectLst/>
                <a:latin typeface="Consolas" panose="020B0609020204030204" pitchFamily="49" charset="0"/>
              </a:rPr>
              <a:t> 	</a:t>
            </a:r>
            <a:r>
              <a:rPr lang="en-IN" sz="16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D19FA0-37D6-B47C-09AA-966535270E60}"/>
              </a:ext>
            </a:extLst>
          </p:cNvPr>
          <p:cNvSpPr txBox="1"/>
          <p:nvPr/>
        </p:nvSpPr>
        <p:spPr>
          <a:xfrm>
            <a:off x="5693832" y="2467756"/>
            <a:ext cx="6096000" cy="373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5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is a simple object that generates an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event on its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property when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abort()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method is called (and also sets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signal.aborted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to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).</a:t>
            </a:r>
          </a:p>
          <a:p>
            <a:pPr algn="l">
              <a:spcBef>
                <a:spcPts val="165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integrates with it: we pass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property as the option, and then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listens to it, so it’s possible to abort the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.</a:t>
            </a:r>
          </a:p>
          <a:p>
            <a:pPr algn="l">
              <a:spcBef>
                <a:spcPts val="1650"/>
              </a:spcBef>
              <a:spcAft>
                <a:spcPts val="165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We can use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in our code. The “call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abort()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” → “listen to </a:t>
            </a:r>
            <a:r>
              <a:rPr lang="en-US" b="0" i="0" dirty="0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 event” interaction is simple and universal. We can use it even without </a:t>
            </a:r>
            <a:r>
              <a:rPr lang="en-US" b="0" i="0" dirty="0" err="1">
                <a:solidFill>
                  <a:srgbClr val="716F6E"/>
                </a:solidFill>
                <a:effectLst/>
                <a:latin typeface="Consolas" panose="020B0609020204030204" pitchFamily="49" charset="0"/>
              </a:rPr>
              <a:t>fet</a:t>
            </a:r>
            <a:endParaRPr lang="en-US" b="0" i="0" dirty="0">
              <a:solidFill>
                <a:srgbClr val="313130"/>
              </a:solidFill>
              <a:effectLst/>
              <a:latin typeface="BlinkMacSystemFont"/>
            </a:endParaRPr>
          </a:p>
        </p:txBody>
      </p:sp>
    </p:spTree>
    <p:extLst>
      <p:ext uri="{BB962C8B-B14F-4D97-AF65-F5344CB8AC3E}">
        <p14:creationId xmlns:p14="http://schemas.microsoft.com/office/powerpoint/2010/main" val="4208834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D5377A-9907-1E49-98F5-1CADBF318826}"/>
              </a:ext>
            </a:extLst>
          </p:cNvPr>
          <p:cNvSpPr txBox="1"/>
          <p:nvPr/>
        </p:nvSpPr>
        <p:spPr>
          <a:xfrm>
            <a:off x="330200" y="0"/>
            <a:ext cx="8365068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"react-router-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Listperson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loading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setLoading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useRef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"Rendering 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Listperson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component"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handelabort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"aborting fetch request..."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"Aborting fetch request..."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([]);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clear data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"Fetch aborted by user"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cancel ongoing request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192434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02AAFB-28ED-D86B-8C24-54807919E47C}"/>
              </a:ext>
            </a:extLst>
          </p:cNvPr>
          <p:cNvSpPr txBox="1"/>
          <p:nvPr/>
        </p:nvSpPr>
        <p:spPr>
          <a:xfrm>
            <a:off x="355599" y="143933"/>
            <a:ext cx="949960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    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track if component is still mounted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AbortController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"http://localhost:8081/person"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{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signal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 error! status: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await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!==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AbortError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setError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setLoading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fetchEmployees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2000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simulate network delay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"Cleaning up 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Listperson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component..."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isMounted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controllerRef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en-IN" sz="12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IN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cancel fetch if component unmounts</a:t>
            </a:r>
            <a:endParaRPr lang="en-IN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buNone/>
            </a:pPr>
            <a:r>
              <a:rPr lang="en-IN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}, []);</a:t>
            </a:r>
          </a:p>
        </p:txBody>
      </p:sp>
    </p:spTree>
    <p:extLst>
      <p:ext uri="{BB962C8B-B14F-4D97-AF65-F5344CB8AC3E}">
        <p14:creationId xmlns:p14="http://schemas.microsoft.com/office/powerpoint/2010/main" val="80573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D99AF7-1289-BEF1-735A-80DF6343B3C3}"/>
              </a:ext>
            </a:extLst>
          </p:cNvPr>
          <p:cNvSpPr txBox="1"/>
          <p:nvPr/>
        </p:nvSpPr>
        <p:spPr>
          <a:xfrm>
            <a:off x="135467" y="0"/>
            <a:ext cx="1148926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Error: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loading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Loading...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&lt;h4&gt;&lt;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"/create"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&gt;&lt;/h4&gt;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Employees Data...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&lt;table&gt;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thead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employees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firstname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lastname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'/emp/'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empup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Edit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&lt;td&gt;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empdel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_id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&gt;&lt;/td&gt;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&lt;/tr&gt;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))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tbody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&lt;/table&gt;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handelabort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abort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Listperson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34556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1399</Words>
  <Application>Microsoft Office PowerPoint</Application>
  <PresentationFormat>Widescreen</PresentationFormat>
  <Paragraphs>143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BlinkMacSystemFont</vt:lpstr>
      <vt:lpstr>Calibri</vt:lpstr>
      <vt:lpstr>Calibri Light</vt:lpstr>
      <vt:lpstr>Consolas</vt:lpstr>
      <vt:lpstr>Inconsolata</vt:lpstr>
      <vt:lpstr>Oswald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7</cp:revision>
  <dcterms:created xsi:type="dcterms:W3CDTF">2026-04-13T12:51:32Z</dcterms:created>
  <dcterms:modified xsi:type="dcterms:W3CDTF">2026-04-13T13:37:54Z</dcterms:modified>
</cp:coreProperties>
</file>