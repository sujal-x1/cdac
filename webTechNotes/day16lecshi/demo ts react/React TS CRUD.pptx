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F2E10-ACC2-42EC-BB18-930A19955F6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3C414-3B1B-430C-81AD-F99B1F209C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7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C414-3B1B-430C-81AD-F99B1F209CB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65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AF41-7425-C212-EECE-C8F08F23E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B9E6E-BCC3-6B4E-ECF3-B11DF83D0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1BBF2-AD27-5ED7-2716-56B0C9EB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2DC5F-4280-5810-DDA4-25789B3E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084F0-4AE8-15AE-68AE-D9080850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85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F611-E4C4-CA71-458F-1449AC58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0051B-DFEB-2BD7-1A14-F70F06397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ADCB-F311-AA6C-F195-5A57BA1C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FA7D-47D8-6832-7031-A9ED4E95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87F1F-2625-F227-6509-40B5499E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55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1685-A73C-01E4-A245-E6CF3813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BD59D-A063-3E89-8B5B-2A291E91C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4D1C7-6266-1045-1717-2C7D7239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94FE-5A45-0BB9-381F-1FB7153C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1982-2949-BA1B-922F-E1C502DF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4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5E58-B21A-2DF4-1CDC-39D7805E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E000-2A05-982C-4F96-2B28D9DD0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EE77B-A1C7-C627-C475-D59A20CEF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0427C-99FB-30BC-36A8-CD9D9BD7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FCD9F-C875-BDE4-B5A7-C98EAB8A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0BBF0-686F-DEAC-29DD-53C67D12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22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E6CD-E157-4170-471C-8B33D8F0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8F46-588F-F478-BC40-9F39426EC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C78EC-88F4-F022-37A0-221BEFA90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BDA96-58CE-E809-223D-0E145FEBB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5A16B-2691-BBD7-5314-57CD92A9C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751E9-24F9-7E22-167E-4DB4EFAA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A831C-99AA-D9F5-D44C-51580064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CA3B6-C60A-66CF-86EB-6F4B5F36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05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5302A-0D12-3FB2-49D2-32F4C125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B94DC-DA2D-C1FB-8A4A-DDD7DD79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7391F-0C0E-3740-C2B7-10AA66F0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88022-D10B-4740-FF93-74D0413A5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73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A0905-05B8-C4F2-000F-8AF0363CF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73072-BD5A-8450-3302-9A6CC7AD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08208-C335-30A2-8BED-866B9DC0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93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3D6E-0310-8601-620B-9FA62723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8A96-17FE-D0FB-1F5B-8BFF54E0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F8915-892A-EFF8-6A5D-979DE1AB0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125B8-2073-0D8D-8020-C50BF665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A7683-4A71-1763-44EF-6C4B51D7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48118-C4E3-5DD6-D9C5-6D7F2444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8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43B3-46A8-CAA5-B579-15EAB6CE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044DD-844F-06D0-389E-E9E2F972A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7BCE8-582F-D9A4-1A26-4BEAC82EF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28034-7057-0EE7-CFDA-7BA87E3C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845E7-33D7-57CA-E272-AD8F14F0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62FE3-994F-0DA2-1FB8-C3B10183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56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77234-035F-6517-1216-5EEC1218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8F689-7E3D-86F2-7CC1-AAE540D70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54C28-20C2-FE50-453C-16C45C24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D2DA-03BC-895F-4AF8-80DEC83A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57E9B-C636-81C8-0E33-58B6047C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4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6B663-C4B9-03CA-2AB0-C0DD6A676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7FAFA-A2DA-8261-12B8-4EC4E4686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2BF2F-3CE6-E0E4-7802-2DE0A91F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93060-D95E-0F37-3B07-A07429F3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076F-2D62-FBF9-F998-0A1C22FE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95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23146-1D65-4332-DA25-FC5DFB38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AD29B-C027-F6FE-05CC-2CD782C6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1D8D-5F54-C904-9B09-D96B00CD5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7A309-F619-4C9D-B6BB-C2324DDAAF5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22DC2-410D-E874-C787-C6843358B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CACC2-35E3-6356-4A4E-C168AD53E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9436B-CC46-487A-9A15-7F6CD5317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B70B30-3F7E-9378-FCB9-3117BA9A9703}"/>
              </a:ext>
            </a:extLst>
          </p:cNvPr>
          <p:cNvSpPr txBox="1"/>
          <p:nvPr/>
        </p:nvSpPr>
        <p:spPr>
          <a:xfrm>
            <a:off x="0" y="0"/>
            <a:ext cx="3318933" cy="202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/models/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IEmployee.ts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35AD5-2106-0C1B-5891-D5E61A55C856}"/>
              </a:ext>
            </a:extLst>
          </p:cNvPr>
          <p:cNvSpPr txBox="1"/>
          <p:nvPr/>
        </p:nvSpPr>
        <p:spPr>
          <a:xfrm>
            <a:off x="3395133" y="0"/>
            <a:ext cx="8737599" cy="6561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/services/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employeeService.ts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"../models/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IEmployee.ts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API_URL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Replace with your backend API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[]&gt;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API_URL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API_URL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Omit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&gt;)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API_URL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"Content-Type"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"application/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9587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8DEA73-BB30-633E-0BEE-16545B50B197}"/>
              </a:ext>
            </a:extLst>
          </p:cNvPr>
          <p:cNvSpPr txBox="1"/>
          <p:nvPr/>
        </p:nvSpPr>
        <p:spPr>
          <a:xfrm>
            <a:off x="736599" y="0"/>
            <a:ext cx="10202333" cy="59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updateEmployee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IEmployee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Promise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IEmployee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fetch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API_URL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method: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"PUT"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headers: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"Content-Type"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"application/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body: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stringify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If no content, return null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204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null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json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deleteEmployee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Promise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fetch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API_URL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${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`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{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method: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"DELETE"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});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76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DCD615-7CEB-FD8A-97C6-1A1C9ACA4336}"/>
              </a:ext>
            </a:extLst>
          </p:cNvPr>
          <p:cNvSpPr txBox="1"/>
          <p:nvPr/>
        </p:nvSpPr>
        <p:spPr>
          <a:xfrm>
            <a:off x="101597" y="160888"/>
            <a:ext cx="5207001" cy="2512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Contactus.tsx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Explicitly type as a React Function Component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&lt;address&gt; 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ketkiacharya.net@gmail.com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&lt;/address&gt;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Contactus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17E1A-6323-5657-CB31-6AE100045E85}"/>
              </a:ext>
            </a:extLst>
          </p:cNvPr>
          <p:cNvSpPr txBox="1"/>
          <p:nvPr/>
        </p:nvSpPr>
        <p:spPr>
          <a:xfrm>
            <a:off x="220131" y="5435938"/>
            <a:ext cx="100245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</a:t>
            </a:r>
            <a:r>
              <a:rPr lang="en-IN" b="1" dirty="0" err="1">
                <a:latin typeface="Courier New" panose="02070309020205020404" pitchFamily="49" charset="0"/>
              </a:rPr>
              <a:t>React.FC</a:t>
            </a:r>
            <a:r>
              <a:rPr lang="en-IN" b="1" dirty="0"/>
              <a:t>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effectLst/>
                <a:latin typeface="Courier New" panose="02070309020205020404" pitchFamily="49" charset="0"/>
              </a:rPr>
              <a:t>React.FC</a:t>
            </a:r>
            <a:r>
              <a:rPr lang="en-IN" dirty="0">
                <a:effectLst/>
              </a:rPr>
              <a:t> (short for </a:t>
            </a:r>
            <a:r>
              <a:rPr lang="en-IN" b="1" dirty="0">
                <a:effectLst/>
              </a:rPr>
              <a:t>React Function Component</a:t>
            </a:r>
            <a:r>
              <a:rPr lang="en-IN" dirty="0">
                <a:effectLst/>
              </a:rPr>
              <a:t>) is a </a:t>
            </a:r>
            <a:r>
              <a:rPr lang="en-IN" b="1" dirty="0">
                <a:effectLst/>
              </a:rPr>
              <a:t>TypeScript type</a:t>
            </a:r>
            <a:r>
              <a:rPr lang="en-IN" dirty="0">
                <a:effectLst/>
              </a:rPr>
              <a:t> provided by React.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effectLst/>
              </a:rPr>
              <a:t>It’s used to explicitly type a function component so TypeScript knows: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effectLst/>
              </a:rPr>
              <a:t>The component is a function that returns </a:t>
            </a:r>
            <a:r>
              <a:rPr lang="en-IN" b="1" dirty="0">
                <a:effectLst/>
              </a:rPr>
              <a:t>JSX</a:t>
            </a:r>
            <a:r>
              <a:rPr lang="en-IN" dirty="0">
                <a:effectLst/>
              </a:rPr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DE2E5-E559-99B7-8F2C-C36E3EBA992C}"/>
              </a:ext>
            </a:extLst>
          </p:cNvPr>
          <p:cNvSpPr txBox="1"/>
          <p:nvPr/>
        </p:nvSpPr>
        <p:spPr>
          <a:xfrm>
            <a:off x="5808133" y="160888"/>
            <a:ext cx="6096000" cy="25795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Home.tsx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Explicitly type as a React Function Component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This is Home Page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38BDB-05EE-9DB3-A761-0688DFE5606F}"/>
              </a:ext>
            </a:extLst>
          </p:cNvPr>
          <p:cNvSpPr txBox="1"/>
          <p:nvPr/>
        </p:nvSpPr>
        <p:spPr>
          <a:xfrm>
            <a:off x="42328" y="2740440"/>
            <a:ext cx="5207001" cy="22688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Nopage.tsx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Explicitly type as a React Function Component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Nopage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Page not found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Nopage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413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32E60C-A34E-686F-3FD4-56745974D62F}"/>
              </a:ext>
            </a:extLst>
          </p:cNvPr>
          <p:cNvSpPr txBox="1"/>
          <p:nvPr/>
        </p:nvSpPr>
        <p:spPr>
          <a:xfrm>
            <a:off x="160867" y="939800"/>
            <a:ext cx="6409266" cy="5087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Explicitly type the state as an array of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IEmployee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[]&gt;([]);</a:t>
            </a: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Flag to track if the component is mounted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define an async function inside </a:t>
            </a:r>
            <a:r>
              <a:rPr lang="en-I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useEffect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employees:"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prevent state updates after unmount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cancel any ongoing fetch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[]);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DF20-6AF6-75C4-B201-1C81AF2A4005}"/>
              </a:ext>
            </a:extLst>
          </p:cNvPr>
          <p:cNvSpPr txBox="1"/>
          <p:nvPr/>
        </p:nvSpPr>
        <p:spPr>
          <a:xfrm>
            <a:off x="0" y="0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"./models/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the 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interface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getEmployees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"./services/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employeeService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27B91-4181-AC9C-9066-8962EA521816}"/>
              </a:ext>
            </a:extLst>
          </p:cNvPr>
          <p:cNvSpPr txBox="1"/>
          <p:nvPr/>
        </p:nvSpPr>
        <p:spPr>
          <a:xfrm>
            <a:off x="6070600" y="-77170"/>
            <a:ext cx="6096000" cy="685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&lt;h4&gt;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"/create"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&lt;/h4&gt;&lt;h2&gt;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`/emp/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empup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empdel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 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))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&lt;/table&gt;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 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316F0-8DD6-619E-9C07-EF826CA49EA0}"/>
              </a:ext>
            </a:extLst>
          </p:cNvPr>
          <p:cNvSpPr txBox="1"/>
          <p:nvPr/>
        </p:nvSpPr>
        <p:spPr>
          <a:xfrm>
            <a:off x="8542866" y="-77170"/>
            <a:ext cx="3403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highlight>
                  <a:srgbClr val="FFFF00"/>
                </a:highlight>
              </a:rPr>
              <a:t>List Of Employee</a:t>
            </a:r>
          </a:p>
        </p:txBody>
      </p:sp>
    </p:spTree>
    <p:extLst>
      <p:ext uri="{BB962C8B-B14F-4D97-AF65-F5344CB8AC3E}">
        <p14:creationId xmlns:p14="http://schemas.microsoft.com/office/powerpoint/2010/main" val="13081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C75E08-471C-1546-5F50-B5EA59934065}"/>
              </a:ext>
            </a:extLst>
          </p:cNvPr>
          <p:cNvSpPr txBox="1"/>
          <p:nvPr/>
        </p:nvSpPr>
        <p:spPr>
          <a:xfrm>
            <a:off x="0" y="0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Employee.tsx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"./models/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type-only import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"./services/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employeeService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1C52D-ACFD-2E69-3307-21545F656205}"/>
              </a:ext>
            </a:extLst>
          </p:cNvPr>
          <p:cNvSpPr txBox="1"/>
          <p:nvPr/>
        </p:nvSpPr>
        <p:spPr>
          <a:xfrm>
            <a:off x="0" y="1095378"/>
            <a:ext cx="6680200" cy="47034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}&gt;();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36499-80AB-72F9-6A82-33F7740E3576}"/>
              </a:ext>
            </a:extLst>
          </p:cNvPr>
          <p:cNvSpPr txBox="1"/>
          <p:nvPr/>
        </p:nvSpPr>
        <p:spPr>
          <a:xfrm>
            <a:off x="6836833" y="981217"/>
            <a:ext cx="5253567" cy="5433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 :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 employee data...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38FD06-AA11-4EA4-AAFE-DB6F65100505}"/>
              </a:ext>
            </a:extLst>
          </p:cNvPr>
          <p:cNvSpPr txBox="1"/>
          <p:nvPr/>
        </p:nvSpPr>
        <p:spPr>
          <a:xfrm>
            <a:off x="7298266" y="46024"/>
            <a:ext cx="34036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highlight>
                  <a:srgbClr val="FFFF00"/>
                </a:highlight>
              </a:rPr>
              <a:t>Get one Employee</a:t>
            </a:r>
          </a:p>
        </p:txBody>
      </p:sp>
    </p:spTree>
    <p:extLst>
      <p:ext uri="{BB962C8B-B14F-4D97-AF65-F5344CB8AC3E}">
        <p14:creationId xmlns:p14="http://schemas.microsoft.com/office/powerpoint/2010/main" val="208696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50ED65-49ED-2BF6-D8E3-9EF993580B4C}"/>
              </a:ext>
            </a:extLst>
          </p:cNvPr>
          <p:cNvSpPr txBox="1"/>
          <p:nvPr/>
        </p:nvSpPr>
        <p:spPr>
          <a:xfrm>
            <a:off x="0" y="0"/>
            <a:ext cx="6096000" cy="135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Createemp.tsx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"./models/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type-only import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"./services/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employeeService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216C0-AFFF-F42D-EA1E-FD792D0D9736}"/>
              </a:ext>
            </a:extLst>
          </p:cNvPr>
          <p:cNvSpPr txBox="1"/>
          <p:nvPr/>
        </p:nvSpPr>
        <p:spPr>
          <a:xfrm>
            <a:off x="33867" y="1016000"/>
            <a:ext cx="6443133" cy="611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Createemp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State holds an employee object without the id (since it's generated by backend)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Omit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&gt;&gt;({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HTMLInputElement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FormEvent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HTMLFormElement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newEmployee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"Employee created:"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newEmployee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Listemployee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redirect to list after creation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pPr>
              <a:lnSpc>
                <a:spcPct val="113095"/>
              </a:lnSpc>
              <a:buNone/>
            </a:pPr>
            <a:r>
              <a:rPr lang="en-IN" sz="1200" dirty="0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creating employee:"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DF92E7-72CA-CEEE-5AEC-B9CCF36F83DF}"/>
              </a:ext>
            </a:extLst>
          </p:cNvPr>
          <p:cNvSpPr txBox="1"/>
          <p:nvPr/>
        </p:nvSpPr>
        <p:spPr>
          <a:xfrm>
            <a:off x="6400800" y="-53556"/>
            <a:ext cx="5791200" cy="696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"department"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 Employee"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Createemp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04A76-5E33-DAF8-60C6-AC31C6C887E6}"/>
              </a:ext>
            </a:extLst>
          </p:cNvPr>
          <p:cNvSpPr txBox="1"/>
          <p:nvPr/>
        </p:nvSpPr>
        <p:spPr>
          <a:xfrm>
            <a:off x="9702801" y="58979"/>
            <a:ext cx="190346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Create Employee</a:t>
            </a:r>
          </a:p>
        </p:txBody>
      </p:sp>
    </p:spTree>
    <p:extLst>
      <p:ext uri="{BB962C8B-B14F-4D97-AF65-F5344CB8AC3E}">
        <p14:creationId xmlns:p14="http://schemas.microsoft.com/office/powerpoint/2010/main" val="263640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30D000-19E8-EE33-BF59-11C2D35A977B}"/>
              </a:ext>
            </a:extLst>
          </p:cNvPr>
          <p:cNvSpPr txBox="1"/>
          <p:nvPr/>
        </p:nvSpPr>
        <p:spPr>
          <a:xfrm>
            <a:off x="0" y="-78668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Employeeup.tsx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"./models/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type-only import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"./services/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employeeService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792B2-A242-6A73-AAAE-D848D9C0E5D7}"/>
              </a:ext>
            </a:extLst>
          </p:cNvPr>
          <p:cNvSpPr txBox="1"/>
          <p:nvPr/>
        </p:nvSpPr>
        <p:spPr>
          <a:xfrm>
            <a:off x="0" y="980750"/>
            <a:ext cx="6096000" cy="5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Employeeup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&lt;{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}&gt;();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employee:"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ChangeEvent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HTMLInputElement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BE3A9-FB07-FA92-B273-38383057A19D}"/>
              </a:ext>
            </a:extLst>
          </p:cNvPr>
          <p:cNvSpPr txBox="1"/>
          <p:nvPr/>
        </p:nvSpPr>
        <p:spPr>
          <a:xfrm>
            <a:off x="5742517" y="65349"/>
            <a:ext cx="6100232" cy="320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handleSubmit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React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SubmitEvent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HTMLFormElement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&gt;)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preventDefault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try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"Employee updated:"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updated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navigate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Listemployee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redirect to list after update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catch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"Error updating employee:"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702B75-D5D4-2A8D-6FB7-094B3C36D6EB}"/>
              </a:ext>
            </a:extLst>
          </p:cNvPr>
          <p:cNvSpPr txBox="1"/>
          <p:nvPr/>
        </p:nvSpPr>
        <p:spPr>
          <a:xfrm>
            <a:off x="7831667" y="4072467"/>
            <a:ext cx="1202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  <a:highlight>
                  <a:srgbClr val="FFFF00"/>
                </a:highlight>
              </a:rPr>
              <a:t>UpDate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2445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50846F-9303-692E-6D26-68EED81188D5}"/>
              </a:ext>
            </a:extLst>
          </p:cNvPr>
          <p:cNvSpPr txBox="1"/>
          <p:nvPr/>
        </p:nvSpPr>
        <p:spPr>
          <a:xfrm>
            <a:off x="279400" y="96649"/>
            <a:ext cx="4775200" cy="613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disabled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??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08D52-8101-614F-C34C-E750F9C2438E}"/>
              </a:ext>
            </a:extLst>
          </p:cNvPr>
          <p:cNvSpPr txBox="1"/>
          <p:nvPr/>
        </p:nvSpPr>
        <p:spPr>
          <a:xfrm>
            <a:off x="5884334" y="438752"/>
            <a:ext cx="5935133" cy="3626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&lt;label&gt;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Department: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&lt;/label&gt;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"text"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"department"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?.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department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??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"Update Employee"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Employeeup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43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CFE470-2BA4-B4BD-ACC4-3F4D9DD13DB9}"/>
              </a:ext>
            </a:extLst>
          </p:cNvPr>
          <p:cNvSpPr txBox="1"/>
          <p:nvPr/>
        </p:nvSpPr>
        <p:spPr>
          <a:xfrm>
            <a:off x="143933" y="-82321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05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Employeedel.tsx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"./models/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05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type-only import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deleteEmployee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"./services/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employeeService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6CA85-6EB6-145C-9A37-6AE650AEBE39}"/>
              </a:ext>
            </a:extLst>
          </p:cNvPr>
          <p:cNvSpPr txBox="1"/>
          <p:nvPr/>
        </p:nvSpPr>
        <p:spPr>
          <a:xfrm>
            <a:off x="143933" y="912054"/>
            <a:ext cx="6096000" cy="5433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Employeedel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&lt;{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}&gt;();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navigate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useNavigate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517C1-022B-5366-0CFA-C19724A7E9BA}"/>
              </a:ext>
            </a:extLst>
          </p:cNvPr>
          <p:cNvSpPr txBox="1"/>
          <p:nvPr/>
        </p:nvSpPr>
        <p:spPr>
          <a:xfrm>
            <a:off x="5748867" y="512086"/>
            <a:ext cx="6510867" cy="324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handleDelete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async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React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FormEvent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HTMLFormElement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&gt;)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event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preventDefault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await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deleteEmployee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"Employee deleted successfully"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navigate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"/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Listemployee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redirect to list after deletion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catch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"Error deleting employee:"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error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};</a:t>
            </a:r>
          </a:p>
        </p:txBody>
      </p:sp>
    </p:spTree>
    <p:extLst>
      <p:ext uri="{BB962C8B-B14F-4D97-AF65-F5344CB8AC3E}">
        <p14:creationId xmlns:p14="http://schemas.microsoft.com/office/powerpoint/2010/main" val="353774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ADA809-F480-3194-4802-E0F11C730877}"/>
              </a:ext>
            </a:extLst>
          </p:cNvPr>
          <p:cNvSpPr txBox="1"/>
          <p:nvPr/>
        </p:nvSpPr>
        <p:spPr>
          <a:xfrm>
            <a:off x="1134532" y="157406"/>
            <a:ext cx="7433733" cy="56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Are you sure?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handleDelete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"Confirm Delete"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Employeedel</a:t>
            </a:r>
            <a:r>
              <a:rPr lang="en-IN" sz="1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31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2517</Words>
  <Application>Microsoft Office PowerPoint</Application>
  <PresentationFormat>Widescreen</PresentationFormat>
  <Paragraphs>383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28</cp:revision>
  <dcterms:created xsi:type="dcterms:W3CDTF">2026-09-10T04:31:59Z</dcterms:created>
  <dcterms:modified xsi:type="dcterms:W3CDTF">2026-09-18T07:41:29Z</dcterms:modified>
</cp:coreProperties>
</file>