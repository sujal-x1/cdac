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7" d="100"/>
          <a:sy n="87" d="100"/>
        </p:scale>
        <p:origin x="422" y="-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F20217-874D-C61B-7491-C1ABCB828E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F00FA1B-EAA7-1E3B-8753-43C33413F7F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C91651-E962-10F9-CEFB-F05D5F0807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F2A710-A6C5-4F0E-B58F-E05200699C94}" type="datetimeFigureOut">
              <a:rPr lang="en-IN" smtClean="0"/>
              <a:t>24-09-2026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06768F-26F3-7E82-481A-1B734326C0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1AC1AF-8BB8-ED54-C050-4C28D0D34C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D7D56-39A3-4F41-8757-40965FBC34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696590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FF2DED-0279-038A-F355-C73DCB8673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054491-FD3A-99CB-A345-9AD7722A25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BBE0AD-9A2E-3D3D-513A-BF61196393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F2A710-A6C5-4F0E-B58F-E05200699C94}" type="datetimeFigureOut">
              <a:rPr lang="en-IN" smtClean="0"/>
              <a:t>24-09-2026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221F9B-83FE-A093-520E-31A0D3334E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8E68AB-E3F5-2A1C-97D8-F77F56D7E4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D7D56-39A3-4F41-8757-40965FBC34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008395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48E062-36AC-C7B1-E797-673D13CC5D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697B3A-49D7-2CD9-2E61-74EC86C68B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A13CA8-FF1B-1434-2FB5-F6E6C03E42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F2A710-A6C5-4F0E-B58F-E05200699C94}" type="datetimeFigureOut">
              <a:rPr lang="en-IN" smtClean="0"/>
              <a:t>24-09-2026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57B946-6F15-7D97-5D4D-9CC546D33B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A3AE7A-033B-DA21-FE5A-2CAC54AD09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D7D56-39A3-4F41-8757-40965FBC34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97829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154211-1511-E987-BEED-CF16F7F685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0C16A2-0003-F6A8-C96D-E934A820819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AFA901-EBCE-B7E6-EA52-5DA9FE527C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07074B-B7D0-22CA-0EF8-A90772ABC6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F2A710-A6C5-4F0E-B58F-E05200699C94}" type="datetimeFigureOut">
              <a:rPr lang="en-IN" smtClean="0"/>
              <a:t>24-09-2026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B99804-57EE-5256-1ECD-A9F7549E50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50E3738-20EF-4DCD-2F37-D1739B63D1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D7D56-39A3-4F41-8757-40965FBC34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40121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CF0C65-6FA1-8685-2904-90AD043C82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7E1619-3444-70DA-1061-C1E3A32AD3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C632C6-B350-A4A0-68C5-D27179213C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F3483C0-88D9-B12D-EDF1-869DD3B9786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CE775F0-B1DE-CF9D-A0F7-5248D2F2B3A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5BAECB4-3725-5D52-C8D6-829CE93387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F2A710-A6C5-4F0E-B58F-E05200699C94}" type="datetimeFigureOut">
              <a:rPr lang="en-IN" smtClean="0"/>
              <a:t>24-09-2026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E2C6B0A-4ED9-112A-CE18-BFD77BFD0E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B82252A-FC2E-3C60-3EFC-0A4EABF587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D7D56-39A3-4F41-8757-40965FBC34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9101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FB59F6-0B03-8408-6441-5BCABFA21D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C68DFD-A1CB-3A79-F2A4-994E17AED6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F2A710-A6C5-4F0E-B58F-E05200699C94}" type="datetimeFigureOut">
              <a:rPr lang="en-IN" smtClean="0"/>
              <a:t>24-09-2026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ED31C0-5484-07CF-85EC-6CA8941CD4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8986DC8-E63A-43D6-A155-FAFE1E23F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D7D56-39A3-4F41-8757-40965FBC34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605711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BC10694-800A-5847-9003-C2587CE178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F2A710-A6C5-4F0E-B58F-E05200699C94}" type="datetimeFigureOut">
              <a:rPr lang="en-IN" smtClean="0"/>
              <a:t>24-09-2026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3916E20-4DE9-79B5-EF1C-D0EF8FDB49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70CCFF-BA3F-DDCA-1A5E-99966A324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D7D56-39A3-4F41-8757-40965FBC34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642375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F4FA36-EBBE-701F-954F-E0D42BD4A0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C7BCA4-E2AD-F22E-9A2A-5D81F158A6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A329799-EE1D-26B3-790F-697FD6477F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BCA0122-E41A-5D48-B09E-B3DEBD616C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F2A710-A6C5-4F0E-B58F-E05200699C94}" type="datetimeFigureOut">
              <a:rPr lang="en-IN" smtClean="0"/>
              <a:t>24-09-2026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F32235-BEB4-98F8-ABA0-E0D4A292DD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D8A14D-F5C6-4A5F-23B8-AFC769B203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D7D56-39A3-4F41-8757-40965FBC34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615793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E6FDED-CB53-2989-B3C0-4413C2F28A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8752B8B-DE2C-008F-BAE4-BCC2BFF589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1DF353B-CE5F-ED11-248A-889785F313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2336583-FEC4-5A9E-E86A-1180C9CE2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F2A710-A6C5-4F0E-B58F-E05200699C94}" type="datetimeFigureOut">
              <a:rPr lang="en-IN" smtClean="0"/>
              <a:t>24-09-2026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F66F3D-76A6-01A8-8265-09272968C0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2AE99E-97EC-CA2E-ECDA-8C888D7A22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D7D56-39A3-4F41-8757-40965FBC34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230094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8B0F4E-9BE9-3FB2-8517-944CCD8275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AC7C57C-B671-202A-6585-2FC5B46C6B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746868-CBCA-9C62-9CC2-E0C379DB22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F2A710-A6C5-4F0E-B58F-E05200699C94}" type="datetimeFigureOut">
              <a:rPr lang="en-IN" smtClean="0"/>
              <a:t>24-09-2026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B77DAC-A11B-0219-7A20-FCA58EFA6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A780FB-08E2-8470-504F-9DEA0A9969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D7D56-39A3-4F41-8757-40965FBC34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613840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55A375A-FC18-5641-A298-ED098606AF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239B69-2200-FA52-F93D-C62000ABF5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3EA546-1B7B-B304-21C2-61149463EC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F2A710-A6C5-4F0E-B58F-E05200699C94}" type="datetimeFigureOut">
              <a:rPr lang="en-IN" smtClean="0"/>
              <a:t>24-09-2026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BD8D49-F951-1C08-0E0B-83CEED2179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5205B7-9B53-7984-94F1-38C196E150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D7D56-39A3-4F41-8757-40965FBC34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783527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2245BA4-3EDC-9A19-46FF-3558E94DBC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EC82D9-FFF4-0109-8462-23D79DFCE5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A46207-C4BE-4F91-6AF1-C1509CF2985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F2A710-A6C5-4F0E-B58F-E05200699C94}" type="datetimeFigureOut">
              <a:rPr lang="en-IN" smtClean="0"/>
              <a:t>24-09-2026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21970E-0897-E588-796E-0286804B675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0D7295-D331-68C7-BD84-1E15F3D011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2D7D56-39A3-4F41-8757-40965FBC34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89402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8490888-3657-A3A3-1A27-62A93A7F3EFA}"/>
              </a:ext>
            </a:extLst>
          </p:cNvPr>
          <p:cNvSpPr txBox="1"/>
          <p:nvPr/>
        </p:nvSpPr>
        <p:spPr>
          <a:xfrm>
            <a:off x="541867" y="304824"/>
            <a:ext cx="6096000" cy="41429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3095"/>
              </a:lnSpc>
              <a:buNone/>
            </a:pP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Greeter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ct val="113095"/>
              </a:lnSpc>
              <a:buNone/>
            </a:pP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greeting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constructor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message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lnSpc>
                <a:spcPct val="113095"/>
              </a:lnSpc>
              <a:buNone/>
            </a:pP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IN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greeting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message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lnSpc>
                <a:spcPct val="113095"/>
              </a:lnSpc>
              <a:buNone/>
            </a:pP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greet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IN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ct val="113095"/>
              </a:lnSpc>
              <a:buNone/>
            </a:pP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"Hello, "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IN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greeting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lnSpc>
                <a:spcPct val="113095"/>
              </a:lnSpc>
              <a:buNone/>
            </a:pP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lnSpc>
                <a:spcPct val="113095"/>
              </a:lnSpc>
              <a:buNone/>
            </a:pPr>
            <a:b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endParaRPr lang="en-IN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greeter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Greeter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"world"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ct val="113095"/>
              </a:lnSpc>
              <a:buNone/>
            </a:pP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greeter</a:t>
            </a:r>
            <a:r>
              <a:rPr lang="en-IN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greet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()); </a:t>
            </a:r>
          </a:p>
        </p:txBody>
      </p:sp>
    </p:spTree>
    <p:extLst>
      <p:ext uri="{BB962C8B-B14F-4D97-AF65-F5344CB8AC3E}">
        <p14:creationId xmlns:p14="http://schemas.microsoft.com/office/powerpoint/2010/main" val="36979380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8921AC6-7992-B65B-D931-6C111B1DC6D9}"/>
              </a:ext>
            </a:extLst>
          </p:cNvPr>
          <p:cNvSpPr txBox="1"/>
          <p:nvPr/>
        </p:nvSpPr>
        <p:spPr>
          <a:xfrm>
            <a:off x="338667" y="268305"/>
            <a:ext cx="5113866" cy="64965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3095"/>
              </a:lnSpc>
              <a:buNone/>
            </a:pPr>
            <a:r>
              <a:rPr lang="en-I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Account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ct val="113095"/>
              </a:lnSpc>
              <a:buNone/>
            </a:pP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</a:t>
            </a:r>
          </a:p>
          <a:p>
            <a:pPr>
              <a:lnSpc>
                <a:spcPct val="113095"/>
              </a:lnSpc>
              <a:buNone/>
            </a:pP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bal</a:t>
            </a:r>
            <a:r>
              <a:rPr lang="en-IN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IN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number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nm</a:t>
            </a:r>
            <a:r>
              <a:rPr lang="en-IN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IN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en-IN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IN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number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aid</a:t>
            </a:r>
            <a:r>
              <a:rPr lang="en-IN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IN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number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</a:t>
            </a:r>
          </a:p>
          <a:p>
            <a:pPr>
              <a:lnSpc>
                <a:spcPct val="113095"/>
              </a:lnSpc>
              <a:buNone/>
            </a:pP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constructor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theName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IN" sz="14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IN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theBal</a:t>
            </a:r>
            <a:r>
              <a:rPr lang="en-IN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IN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number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 { </a:t>
            </a:r>
          </a:p>
          <a:p>
            <a:pPr>
              <a:lnSpc>
                <a:spcPct val="113095"/>
              </a:lnSpc>
              <a:buNone/>
            </a:pP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IN" sz="14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nm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theName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 </a:t>
            </a:r>
          </a:p>
          <a:p>
            <a:pPr>
              <a:lnSpc>
                <a:spcPct val="113095"/>
              </a:lnSpc>
              <a:buNone/>
            </a:pP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IN" sz="14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aid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=++</a:t>
            </a:r>
            <a:r>
              <a:rPr lang="en-IN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Account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IN" sz="14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bal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theBal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}</a:t>
            </a:r>
          </a:p>
          <a:p>
            <a:pPr>
              <a:lnSpc>
                <a:spcPct val="113095"/>
              </a:lnSpc>
              <a:buNone/>
            </a:pP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</a:t>
            </a:r>
          </a:p>
          <a:p>
            <a:pPr>
              <a:lnSpc>
                <a:spcPct val="113095"/>
              </a:lnSpc>
              <a:buNone/>
            </a:pP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deposit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amt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number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IN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ct val="113095"/>
              </a:lnSpc>
              <a:buNone/>
            </a:pP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IN" sz="14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bal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+=</a:t>
            </a:r>
            <a:r>
              <a:rPr lang="en-IN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amt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`</a:t>
            </a:r>
            <a:r>
              <a:rPr lang="en-I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${</a:t>
            </a:r>
            <a:r>
              <a:rPr lang="en-IN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IN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nm</a:t>
            </a:r>
            <a:r>
              <a:rPr lang="en-I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- </a:t>
            </a:r>
            <a:r>
              <a:rPr lang="en-I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${</a:t>
            </a:r>
            <a:r>
              <a:rPr lang="en-IN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IN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bal</a:t>
            </a:r>
            <a:r>
              <a:rPr lang="en-I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${</a:t>
            </a:r>
            <a:r>
              <a:rPr lang="en-IN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IN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aid</a:t>
            </a:r>
            <a:r>
              <a:rPr lang="en-I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`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ct val="113095"/>
              </a:lnSpc>
              <a:buNone/>
            </a:pP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lnSpc>
                <a:spcPct val="113095"/>
              </a:lnSpc>
              <a:buNone/>
            </a:pP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lnSpc>
                <a:spcPct val="113095"/>
              </a:lnSpc>
              <a:buNone/>
            </a:pPr>
            <a:b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endParaRPr lang="en-IN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I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Saving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extends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Account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ct val="113095"/>
              </a:lnSpc>
              <a:buNone/>
            </a:pP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constructor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theName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IN" sz="14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IN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theBal</a:t>
            </a:r>
            <a:r>
              <a:rPr lang="en-IN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IN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number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ct val="113095"/>
              </a:lnSpc>
              <a:buNone/>
            </a:pP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{ </a:t>
            </a:r>
          </a:p>
          <a:p>
            <a:pPr>
              <a:lnSpc>
                <a:spcPct val="113095"/>
              </a:lnSpc>
              <a:buNone/>
            </a:pP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super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theName</a:t>
            </a:r>
            <a:r>
              <a:rPr lang="en-IN" sz="14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IN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theBal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 </a:t>
            </a:r>
          </a:p>
          <a:p>
            <a:pPr>
              <a:lnSpc>
                <a:spcPct val="113095"/>
              </a:lnSpc>
              <a:buNone/>
            </a:pP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pPr>
              <a:lnSpc>
                <a:spcPct val="113095"/>
              </a:lnSpc>
              <a:buNone/>
            </a:pP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}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65CF97D-B252-4120-8D1F-E403FB8743D8}"/>
              </a:ext>
            </a:extLst>
          </p:cNvPr>
          <p:cNvSpPr txBox="1"/>
          <p:nvPr/>
        </p:nvSpPr>
        <p:spPr>
          <a:xfrm>
            <a:off x="6366933" y="117334"/>
            <a:ext cx="6096000" cy="49469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30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400" b="0" i="0" u="none" strike="noStrike" kern="1200" cap="none" spc="0" normalizeH="0" baseline="0" noProof="0" dirty="0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30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}</a:t>
            </a:r>
          </a:p>
          <a:p>
            <a:pPr marL="0" marR="0" lvl="0" indent="0" algn="l" defTabSz="914400" rtl="0" eaLnBrk="1" fontAlgn="auto" latinLnBrk="0" hangingPunct="1">
              <a:lnSpc>
                <a:spcPct val="1130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</a:br>
            <a:endParaRPr kumimoji="0" lang="en-IN" sz="1400" b="0" i="0" u="none" strike="noStrike" kern="1200" cap="none" spc="0" normalizeH="0" baseline="0" noProof="0" dirty="0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30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class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267F9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Current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extends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267F9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Account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{</a:t>
            </a:r>
          </a:p>
          <a:p>
            <a:pPr marL="0" marR="0" lvl="0" indent="0" algn="l" defTabSz="914400" rtl="0" eaLnBrk="1" fontAlgn="auto" latinLnBrk="0" hangingPunct="1">
              <a:lnSpc>
                <a:spcPct val="1130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</a:t>
            </a:r>
            <a:r>
              <a:rPr kumimoji="0" lang="en-I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readonly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I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70C1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minbal</a:t>
            </a:r>
            <a:r>
              <a:rPr kumimoji="0" lang="en-I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:</a:t>
            </a:r>
            <a:r>
              <a:rPr kumimoji="0" lang="en-I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267F9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number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9865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10000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;</a:t>
            </a:r>
          </a:p>
          <a:p>
            <a:pPr marL="0" marR="0" lvl="0" indent="0" algn="l" defTabSz="914400" rtl="0" eaLnBrk="1" fontAlgn="auto" latinLnBrk="0" hangingPunct="1">
              <a:lnSpc>
                <a:spcPct val="1130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constructor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en-I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theName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: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I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267F9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string</a:t>
            </a:r>
            <a:r>
              <a:rPr kumimoji="0" lang="en-I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</a:t>
            </a:r>
            <a:r>
              <a:rPr kumimoji="0" lang="en-I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theBal</a:t>
            </a:r>
            <a:r>
              <a:rPr kumimoji="0" lang="en-I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:</a:t>
            </a:r>
            <a:r>
              <a:rPr kumimoji="0" lang="en-I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267F9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number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 { 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super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en-I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theName</a:t>
            </a:r>
            <a:r>
              <a:rPr kumimoji="0" lang="en-I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</a:t>
            </a:r>
            <a:r>
              <a:rPr kumimoji="0" lang="en-I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theBal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); }</a:t>
            </a:r>
          </a:p>
          <a:p>
            <a:pPr marL="0" marR="0" lvl="0" indent="0" algn="l" defTabSz="914400" rtl="0" eaLnBrk="1" fontAlgn="auto" latinLnBrk="0" hangingPunct="1">
              <a:lnSpc>
                <a:spcPct val="1130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</a:t>
            </a:r>
          </a:p>
          <a:p>
            <a:pPr marL="0" marR="0" lvl="0" indent="0" algn="l" defTabSz="914400" rtl="0" eaLnBrk="1" fontAlgn="auto" latinLnBrk="0" hangingPunct="1">
              <a:lnSpc>
                <a:spcPct val="1130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}</a:t>
            </a:r>
          </a:p>
          <a:p>
            <a:pPr marL="0" marR="0" lvl="0" indent="0" algn="l" defTabSz="914400" rtl="0" eaLnBrk="1" fontAlgn="auto" latinLnBrk="0" hangingPunct="1">
              <a:lnSpc>
                <a:spcPct val="1130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</a:br>
            <a:endParaRPr kumimoji="0" lang="en-IN" sz="1400" b="0" i="0" u="none" strike="noStrike" kern="1200" cap="none" spc="0" normalizeH="0" baseline="0" noProof="0" dirty="0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30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let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I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sam</a:t>
            </a:r>
            <a:r>
              <a:rPr kumimoji="0" lang="en-I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:</a:t>
            </a:r>
            <a:r>
              <a:rPr kumimoji="0" lang="en-I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267F9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Account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new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267F9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Saving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"raj"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9865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11000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);</a:t>
            </a:r>
          </a:p>
          <a:p>
            <a:pPr marL="0" marR="0" lvl="0" indent="0" algn="l" defTabSz="914400" rtl="0" eaLnBrk="1" fontAlgn="auto" latinLnBrk="0" hangingPunct="1">
              <a:lnSpc>
                <a:spcPct val="1130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let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tom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: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267F9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Account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new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267F9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Current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"Mona"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9865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20000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);</a:t>
            </a:r>
          </a:p>
          <a:p>
            <a:pPr marL="0" marR="0" lvl="0" indent="0" algn="l" defTabSz="914400" rtl="0" eaLnBrk="1" fontAlgn="auto" latinLnBrk="0" hangingPunct="1">
              <a:lnSpc>
                <a:spcPct val="1130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</a:br>
            <a:endParaRPr kumimoji="0" lang="en-IN" sz="1400" b="0" i="0" u="none" strike="noStrike" kern="1200" cap="none" spc="0" normalizeH="0" baseline="0" noProof="0" dirty="0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30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sam</a:t>
            </a:r>
            <a:r>
              <a:rPr kumimoji="0" lang="en-I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</a:t>
            </a:r>
            <a:r>
              <a:rPr kumimoji="0" lang="en-I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795E2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deposit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9865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3000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);</a:t>
            </a:r>
          </a:p>
          <a:p>
            <a:pPr marL="0" marR="0" lvl="0" indent="0" algn="l" defTabSz="914400" rtl="0" eaLnBrk="1" fontAlgn="auto" latinLnBrk="0" hangingPunct="1">
              <a:lnSpc>
                <a:spcPct val="1130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tom</a:t>
            </a:r>
            <a:r>
              <a:rPr kumimoji="0" lang="en-I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</a:t>
            </a:r>
            <a:r>
              <a:rPr kumimoji="0" lang="en-I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795E2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deposit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9865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34000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);</a:t>
            </a:r>
          </a:p>
          <a:p>
            <a:pPr marL="0" marR="0" lvl="0" indent="0" algn="l" defTabSz="914400" rtl="0" eaLnBrk="1" fontAlgn="auto" latinLnBrk="0" hangingPunct="1">
              <a:lnSpc>
                <a:spcPct val="1130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</a:br>
            <a:endParaRPr kumimoji="0" lang="en-IN" sz="1400" b="0" i="0" u="none" strike="noStrike" kern="1200" cap="none" spc="0" normalizeH="0" baseline="0" noProof="0" dirty="0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1D50498-9E1E-937F-586E-539DF4B204A3}"/>
              </a:ext>
            </a:extLst>
          </p:cNvPr>
          <p:cNvSpPr txBox="1"/>
          <p:nvPr/>
        </p:nvSpPr>
        <p:spPr>
          <a:xfrm>
            <a:off x="2810933" y="0"/>
            <a:ext cx="3556000" cy="36933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dirty="0"/>
              <a:t>Inheritance</a:t>
            </a:r>
          </a:p>
        </p:txBody>
      </p:sp>
    </p:spTree>
    <p:extLst>
      <p:ext uri="{BB962C8B-B14F-4D97-AF65-F5344CB8AC3E}">
        <p14:creationId xmlns:p14="http://schemas.microsoft.com/office/powerpoint/2010/main" val="29593585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78E9776-96ED-32F0-8E39-FDF8466C0AF0}"/>
              </a:ext>
            </a:extLst>
          </p:cNvPr>
          <p:cNvSpPr txBox="1"/>
          <p:nvPr/>
        </p:nvSpPr>
        <p:spPr>
          <a:xfrm>
            <a:off x="4140200" y="0"/>
            <a:ext cx="2260600" cy="36933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N" dirty="0" err="1"/>
              <a:t>toString</a:t>
            </a:r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072078B-A02F-936F-A39C-82FCC89BFCF3}"/>
              </a:ext>
            </a:extLst>
          </p:cNvPr>
          <p:cNvSpPr txBox="1"/>
          <p:nvPr/>
        </p:nvSpPr>
        <p:spPr>
          <a:xfrm>
            <a:off x="304800" y="447133"/>
            <a:ext cx="5858933" cy="55065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3095"/>
              </a:lnSpc>
              <a:buNone/>
            </a:pP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2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Account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ct val="113095"/>
              </a:lnSpc>
              <a:buNone/>
            </a:pP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</a:t>
            </a:r>
          </a:p>
          <a:p>
            <a:pPr>
              <a:lnSpc>
                <a:spcPct val="113095"/>
              </a:lnSpc>
              <a:buNone/>
            </a:pP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bal</a:t>
            </a:r>
            <a:r>
              <a:rPr lang="en-IN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IN" sz="12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number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nm</a:t>
            </a:r>
            <a:r>
              <a:rPr lang="en-IN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IN" sz="12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en-IN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IN" sz="12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number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aid</a:t>
            </a:r>
            <a:r>
              <a:rPr lang="en-IN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IN" sz="12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number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</a:t>
            </a:r>
          </a:p>
          <a:p>
            <a:pPr>
              <a:lnSpc>
                <a:spcPct val="113095"/>
              </a:lnSpc>
              <a:buNone/>
            </a:pP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constructor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theName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2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IN" sz="12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theBal</a:t>
            </a:r>
            <a:r>
              <a:rPr lang="en-IN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IN" sz="12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number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 { </a:t>
            </a:r>
          </a:p>
          <a:p>
            <a:pPr>
              <a:lnSpc>
                <a:spcPct val="113095"/>
              </a:lnSpc>
              <a:buNone/>
            </a:pP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IN" sz="12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nm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theName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 </a:t>
            </a:r>
          </a:p>
          <a:p>
            <a:pPr>
              <a:lnSpc>
                <a:spcPct val="113095"/>
              </a:lnSpc>
              <a:buNone/>
            </a:pP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IN" sz="12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aid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=++</a:t>
            </a:r>
            <a:r>
              <a:rPr lang="en-IN" sz="12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Account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IN" sz="12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bal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theBal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}</a:t>
            </a:r>
          </a:p>
          <a:p>
            <a:pPr>
              <a:lnSpc>
                <a:spcPct val="113095"/>
              </a:lnSpc>
              <a:buNone/>
            </a:pP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</a:t>
            </a:r>
          </a:p>
          <a:p>
            <a:pPr>
              <a:lnSpc>
                <a:spcPct val="113095"/>
              </a:lnSpc>
              <a:buNone/>
            </a:pP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2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deposit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amt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2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number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IN" sz="12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ct val="113095"/>
              </a:lnSpc>
              <a:buNone/>
            </a:pP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IN" sz="12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bal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+=</a:t>
            </a:r>
            <a:r>
              <a:rPr lang="en-IN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amt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//console.log(`${</a:t>
            </a:r>
            <a:r>
              <a:rPr lang="en-IN" sz="12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this.nm</a:t>
            </a:r>
            <a:r>
              <a:rPr lang="en-IN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} - ${</a:t>
            </a:r>
            <a:r>
              <a:rPr lang="en-IN" sz="12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this.bal</a:t>
            </a:r>
            <a:r>
              <a:rPr lang="en-IN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} ${</a:t>
            </a:r>
            <a:r>
              <a:rPr lang="en-IN" sz="12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this.aid</a:t>
            </a:r>
            <a:r>
              <a:rPr lang="en-IN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}`);</a:t>
            </a:r>
            <a:endParaRPr lang="en-IN" sz="12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lnSpc>
                <a:spcPct val="113095"/>
              </a:lnSpc>
              <a:buNone/>
            </a:pP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2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toString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IN" sz="12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IN" sz="12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`Name=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${</a:t>
            </a:r>
            <a:r>
              <a:rPr lang="en-IN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IN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nm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IN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${</a:t>
            </a:r>
            <a:r>
              <a:rPr lang="en-IN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IN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bal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IN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${</a:t>
            </a:r>
            <a:r>
              <a:rPr lang="en-IN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IN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aid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IN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`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;}</a:t>
            </a:r>
          </a:p>
          <a:p>
            <a:pPr>
              <a:lnSpc>
                <a:spcPct val="113095"/>
              </a:lnSpc>
              <a:buNone/>
            </a:pP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lnSpc>
                <a:spcPct val="113095"/>
              </a:lnSpc>
              <a:buNone/>
            </a:pPr>
            <a:br>
              <a:rPr lang="en-IN" sz="105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endParaRPr lang="en-IN" sz="105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IN" sz="105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IN" sz="105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05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Saving</a:t>
            </a:r>
            <a:r>
              <a:rPr lang="en-IN" sz="105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05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extends</a:t>
            </a:r>
            <a:r>
              <a:rPr lang="en-IN" sz="105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05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Account</a:t>
            </a:r>
            <a:r>
              <a:rPr lang="en-IN" sz="105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ct val="113095"/>
              </a:lnSpc>
              <a:buNone/>
            </a:pPr>
            <a:r>
              <a:rPr lang="en-IN" sz="105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05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constructor</a:t>
            </a:r>
            <a:r>
              <a:rPr lang="en-IN" sz="105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05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theName</a:t>
            </a:r>
            <a:r>
              <a:rPr lang="en-IN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IN" sz="105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05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IN" sz="105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IN" sz="105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theBal</a:t>
            </a:r>
            <a:r>
              <a:rPr lang="en-IN" sz="105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IN" sz="105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number</a:t>
            </a:r>
            <a:r>
              <a:rPr lang="en-IN" sz="105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 </a:t>
            </a:r>
          </a:p>
          <a:p>
            <a:pPr>
              <a:lnSpc>
                <a:spcPct val="113095"/>
              </a:lnSpc>
              <a:buNone/>
            </a:pPr>
            <a:r>
              <a:rPr lang="en-IN" sz="105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{ </a:t>
            </a:r>
            <a:r>
              <a:rPr lang="en-IN" sz="105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super</a:t>
            </a:r>
            <a:r>
              <a:rPr lang="en-IN" sz="105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05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theName</a:t>
            </a:r>
            <a:r>
              <a:rPr lang="en-IN" sz="105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IN" sz="105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theBal</a:t>
            </a:r>
            <a:r>
              <a:rPr lang="en-IN" sz="105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 }</a:t>
            </a:r>
          </a:p>
          <a:p>
            <a:pPr>
              <a:lnSpc>
                <a:spcPct val="113095"/>
              </a:lnSpc>
              <a:buNone/>
            </a:pPr>
            <a:r>
              <a:rPr lang="en-IN" sz="105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</a:t>
            </a:r>
          </a:p>
          <a:p>
            <a:pPr>
              <a:lnSpc>
                <a:spcPct val="113095"/>
              </a:lnSpc>
              <a:buNone/>
            </a:pPr>
            <a:r>
              <a:rPr lang="en-IN" sz="105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lnSpc>
                <a:spcPct val="113095"/>
              </a:lnSpc>
              <a:buNone/>
            </a:pPr>
            <a:endParaRPr lang="en-IN" sz="105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328842B-F2D9-B87A-BDA1-F88276836B69}"/>
              </a:ext>
            </a:extLst>
          </p:cNvPr>
          <p:cNvSpPr txBox="1"/>
          <p:nvPr/>
        </p:nvSpPr>
        <p:spPr>
          <a:xfrm>
            <a:off x="5791200" y="696455"/>
            <a:ext cx="6096000" cy="63954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30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</a:br>
            <a:endParaRPr kumimoji="0" lang="en-IN" sz="1400" b="0" i="0" u="none" strike="noStrike" kern="1200" cap="none" spc="0" normalizeH="0" baseline="0" noProof="0" dirty="0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30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class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267F9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Current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extends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267F9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Account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{</a:t>
            </a:r>
          </a:p>
          <a:p>
            <a:pPr marL="0" marR="0" lvl="0" indent="0" algn="l" defTabSz="914400" rtl="0" eaLnBrk="1" fontAlgn="auto" latinLnBrk="0" hangingPunct="1">
              <a:lnSpc>
                <a:spcPct val="1130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</a:t>
            </a:r>
            <a:r>
              <a:rPr kumimoji="0" lang="en-I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readonly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I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70C1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minbal</a:t>
            </a:r>
            <a:r>
              <a:rPr kumimoji="0" lang="en-I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:</a:t>
            </a:r>
            <a:r>
              <a:rPr kumimoji="0" lang="en-I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267F9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number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9865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10000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;</a:t>
            </a:r>
          </a:p>
          <a:p>
            <a:pPr marL="0" marR="0" lvl="0" indent="0" algn="l" defTabSz="914400" rtl="0" eaLnBrk="1" fontAlgn="auto" latinLnBrk="0" hangingPunct="1">
              <a:lnSpc>
                <a:spcPct val="1130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constructor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en-I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theName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: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I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267F9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string</a:t>
            </a:r>
            <a:r>
              <a:rPr kumimoji="0" lang="en-I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</a:t>
            </a:r>
            <a:r>
              <a:rPr kumimoji="0" lang="en-I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theBal</a:t>
            </a:r>
            <a:r>
              <a:rPr kumimoji="0" lang="en-I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:</a:t>
            </a:r>
            <a:r>
              <a:rPr kumimoji="0" lang="en-I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267F9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number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 </a:t>
            </a:r>
          </a:p>
          <a:p>
            <a:pPr marL="0" marR="0" lvl="0" indent="0" algn="l" defTabSz="914400" rtl="0" eaLnBrk="1" fontAlgn="auto" latinLnBrk="0" hangingPunct="1">
              <a:lnSpc>
                <a:spcPct val="1130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{ </a:t>
            </a:r>
          </a:p>
          <a:p>
            <a:pPr marL="0" marR="0" lvl="0" indent="0" algn="l" defTabSz="914400" rtl="0" eaLnBrk="1" fontAlgn="auto" latinLnBrk="0" hangingPunct="1">
              <a:lnSpc>
                <a:spcPct val="1130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super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en-I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theName</a:t>
            </a:r>
            <a:r>
              <a:rPr kumimoji="0" lang="en-I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</a:t>
            </a:r>
            <a:r>
              <a:rPr kumimoji="0" lang="en-I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theBal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); }</a:t>
            </a:r>
          </a:p>
          <a:p>
            <a:pPr marL="0" marR="0" lvl="0" indent="0" algn="l" defTabSz="914400" rtl="0" eaLnBrk="1" fontAlgn="auto" latinLnBrk="0" hangingPunct="1">
              <a:lnSpc>
                <a:spcPct val="1130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</a:t>
            </a:r>
          </a:p>
          <a:p>
            <a:pPr marL="0" marR="0" lvl="0" indent="0" algn="l" defTabSz="914400" rtl="0" eaLnBrk="1" fontAlgn="auto" latinLnBrk="0" hangingPunct="1">
              <a:lnSpc>
                <a:spcPct val="1130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}</a:t>
            </a:r>
          </a:p>
          <a:p>
            <a:pPr marL="0" marR="0" lvl="0" indent="0" algn="l" defTabSz="914400" rtl="0" eaLnBrk="1" fontAlgn="auto" latinLnBrk="0" hangingPunct="1">
              <a:lnSpc>
                <a:spcPct val="1130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</a:br>
            <a:endParaRPr kumimoji="0" lang="en-IN" sz="1400" b="0" i="0" u="none" strike="noStrike" kern="1200" cap="none" spc="0" normalizeH="0" baseline="0" noProof="0" dirty="0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30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let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I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sam</a:t>
            </a:r>
            <a:r>
              <a:rPr kumimoji="0" lang="en-I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:</a:t>
            </a:r>
            <a:r>
              <a:rPr kumimoji="0" lang="en-I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267F9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Account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new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267F9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Saving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"raj"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9865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11000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);</a:t>
            </a:r>
          </a:p>
          <a:p>
            <a:pPr marL="0" marR="0" lvl="0" indent="0" algn="l" defTabSz="914400" rtl="0" eaLnBrk="1" fontAlgn="auto" latinLnBrk="0" hangingPunct="1">
              <a:lnSpc>
                <a:spcPct val="1130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let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tom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: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267F9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Account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new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267F9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Current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"Mona"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9865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20000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);</a:t>
            </a:r>
          </a:p>
          <a:p>
            <a:pPr marL="0" marR="0" lvl="0" indent="0" algn="l" defTabSz="914400" rtl="0" eaLnBrk="1" fontAlgn="auto" latinLnBrk="0" hangingPunct="1">
              <a:lnSpc>
                <a:spcPct val="1130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</a:br>
            <a:endParaRPr kumimoji="0" lang="en-IN" sz="1400" b="0" i="0" u="none" strike="noStrike" kern="1200" cap="none" spc="0" normalizeH="0" baseline="0" noProof="0" dirty="0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30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sam</a:t>
            </a:r>
            <a:r>
              <a:rPr kumimoji="0" lang="en-I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</a:t>
            </a:r>
            <a:r>
              <a:rPr kumimoji="0" lang="en-I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795E2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deposit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9865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3000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);</a:t>
            </a:r>
          </a:p>
          <a:p>
            <a:pPr marL="0" marR="0" lvl="0" indent="0" algn="l" defTabSz="914400" rtl="0" eaLnBrk="1" fontAlgn="auto" latinLnBrk="0" hangingPunct="1">
              <a:lnSpc>
                <a:spcPct val="1130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tom</a:t>
            </a:r>
            <a:r>
              <a:rPr kumimoji="0" lang="en-I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</a:t>
            </a:r>
            <a:r>
              <a:rPr kumimoji="0" lang="en-I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795E2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deposit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9865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34000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);</a:t>
            </a:r>
          </a:p>
          <a:p>
            <a:pPr marL="0" marR="0" lvl="0" indent="0" algn="l" defTabSz="914400" rtl="0" eaLnBrk="1" fontAlgn="auto" latinLnBrk="0" hangingPunct="1">
              <a:lnSpc>
                <a:spcPct val="1130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console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795E2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log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"</a:t>
            </a:r>
            <a:r>
              <a:rPr kumimoji="0" lang="en-I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ans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"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+</a:t>
            </a:r>
            <a:r>
              <a:rPr kumimoji="0" lang="en-I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sam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);</a:t>
            </a:r>
          </a:p>
          <a:p>
            <a:pPr marL="0" marR="0" lvl="0" indent="0" algn="l" defTabSz="914400" rtl="0" eaLnBrk="1" fontAlgn="auto" latinLnBrk="0" hangingPunct="1">
              <a:lnSpc>
                <a:spcPct val="1130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console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795E2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log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"</a:t>
            </a:r>
            <a:r>
              <a:rPr kumimoji="0" lang="en-I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ans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"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+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tom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);</a:t>
            </a:r>
          </a:p>
          <a:p>
            <a:pPr marL="0" marR="0" lvl="0" indent="0" algn="l" defTabSz="914400" rtl="0" eaLnBrk="1" fontAlgn="auto" latinLnBrk="0" hangingPunct="1">
              <a:lnSpc>
                <a:spcPct val="1130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</a:br>
            <a:b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</a:br>
            <a:b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</a:br>
            <a:b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</a:br>
            <a:b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</a:b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32457994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D481B65-52FB-228A-84FE-A06BB5C611A2}"/>
              </a:ext>
            </a:extLst>
          </p:cNvPr>
          <p:cNvSpPr txBox="1"/>
          <p:nvPr/>
        </p:nvSpPr>
        <p:spPr>
          <a:xfrm>
            <a:off x="330200" y="0"/>
            <a:ext cx="8509000" cy="67528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3095"/>
              </a:lnSpc>
              <a:buNone/>
            </a:pPr>
            <a:r>
              <a:rPr lang="en-IN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person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{      </a:t>
            </a:r>
          </a:p>
          <a:p>
            <a:pPr>
              <a:lnSpc>
                <a:spcPct val="113095"/>
              </a:lnSpc>
              <a:buNone/>
            </a:pP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</a:t>
            </a:r>
            <a:r>
              <a:rPr lang="en-IN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nm</a:t>
            </a:r>
            <a:r>
              <a:rPr lang="en-IN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IN" sz="16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</a:t>
            </a:r>
            <a:r>
              <a:rPr lang="en-IN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petname</a:t>
            </a:r>
            <a:r>
              <a:rPr lang="en-IN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IN" sz="16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</a:t>
            </a:r>
            <a:r>
              <a:rPr lang="en-IN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protected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age</a:t>
            </a:r>
            <a:r>
              <a:rPr lang="en-IN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IN" sz="16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number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</a:t>
            </a:r>
          </a:p>
          <a:p>
            <a:pPr>
              <a:lnSpc>
                <a:spcPct val="113095"/>
              </a:lnSpc>
              <a:buNone/>
            </a:pP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constructor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thenm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IN" sz="16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IN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thepetname</a:t>
            </a:r>
            <a:r>
              <a:rPr lang="en-IN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IN" sz="16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IN" sz="16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IN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theage</a:t>
            </a:r>
            <a:r>
              <a:rPr lang="en-IN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IN" sz="16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number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 { </a:t>
            </a:r>
          </a:p>
          <a:p>
            <a:pPr>
              <a:lnSpc>
                <a:spcPct val="113095"/>
              </a:lnSpc>
              <a:buNone/>
            </a:pP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IN" sz="16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nm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thenm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 </a:t>
            </a:r>
          </a:p>
          <a:p>
            <a:pPr>
              <a:lnSpc>
                <a:spcPct val="113095"/>
              </a:lnSpc>
              <a:buNone/>
            </a:pP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</a:t>
            </a:r>
            <a:r>
              <a:rPr lang="en-IN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IN" sz="16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petname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thepetname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</a:t>
            </a:r>
            <a:r>
              <a:rPr lang="en-IN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IN" sz="16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age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theage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;}</a:t>
            </a:r>
          </a:p>
          <a:p>
            <a:pPr>
              <a:lnSpc>
                <a:spcPct val="113095"/>
              </a:lnSpc>
              <a:buNone/>
            </a:pP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</a:t>
            </a:r>
            <a:r>
              <a:rPr lang="en-IN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toString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IN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{ </a:t>
            </a:r>
            <a:r>
              <a:rPr lang="en-IN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`</a:t>
            </a:r>
            <a:r>
              <a:rPr lang="en-IN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${</a:t>
            </a:r>
            <a:r>
              <a:rPr lang="en-IN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IN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nm</a:t>
            </a:r>
            <a:r>
              <a:rPr lang="en-IN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IN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${</a:t>
            </a:r>
            <a:r>
              <a:rPr lang="en-IN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IN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petname</a:t>
            </a:r>
            <a:r>
              <a:rPr lang="en-IN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IN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`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;}   </a:t>
            </a:r>
          </a:p>
          <a:p>
            <a:pPr>
              <a:lnSpc>
                <a:spcPct val="113095"/>
              </a:lnSpc>
              <a:buNone/>
            </a:pP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lnSpc>
                <a:spcPct val="113095"/>
              </a:lnSpc>
              <a:buNone/>
            </a:pPr>
            <a:r>
              <a:rPr lang="en-IN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child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extends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person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>
              <a:lnSpc>
                <a:spcPct val="113095"/>
              </a:lnSpc>
              <a:buNone/>
            </a:pP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{</a:t>
            </a:r>
          </a:p>
          <a:p>
            <a:pPr>
              <a:lnSpc>
                <a:spcPct val="113095"/>
              </a:lnSpc>
              <a:buNone/>
            </a:pP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constructor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theName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IN" sz="16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IN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thepetname</a:t>
            </a:r>
            <a:r>
              <a:rPr lang="en-IN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IN" sz="16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IN" sz="16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IN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theage</a:t>
            </a:r>
            <a:r>
              <a:rPr lang="en-IN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IN" sz="16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number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 { </a:t>
            </a:r>
          </a:p>
          <a:p>
            <a:pPr>
              <a:lnSpc>
                <a:spcPct val="113095"/>
              </a:lnSpc>
              <a:buNone/>
            </a:pP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super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theName</a:t>
            </a:r>
            <a:r>
              <a:rPr lang="en-IN" sz="16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IN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thepetname</a:t>
            </a:r>
            <a:r>
              <a:rPr lang="en-IN" sz="16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IN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theage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 </a:t>
            </a:r>
          </a:p>
          <a:p>
            <a:pPr>
              <a:lnSpc>
                <a:spcPct val="113095"/>
              </a:lnSpc>
              <a:buNone/>
            </a:pP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IN" sz="16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age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+=</a:t>
            </a:r>
            <a:r>
              <a:rPr lang="en-IN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    </a:t>
            </a:r>
          </a:p>
          <a:p>
            <a:pPr>
              <a:lnSpc>
                <a:spcPct val="113095"/>
              </a:lnSpc>
              <a:buNone/>
            </a:pP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} </a:t>
            </a:r>
          </a:p>
          <a:p>
            <a:pPr>
              <a:lnSpc>
                <a:spcPct val="113095"/>
              </a:lnSpc>
              <a:buNone/>
            </a:pP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}</a:t>
            </a:r>
            <a:b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r>
              <a:rPr lang="en-IN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sam</a:t>
            </a:r>
            <a:r>
              <a:rPr lang="en-IN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IN" sz="16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person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child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"raj"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IN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"raju"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IN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30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ct val="113095"/>
              </a:lnSpc>
              <a:buNone/>
            </a:pPr>
            <a:r>
              <a:rPr lang="en-IN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sam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ct val="113095"/>
              </a:lnSpc>
              <a:buNone/>
            </a:pPr>
            <a:r>
              <a:rPr lang="en-IN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sam</a:t>
            </a:r>
            <a:r>
              <a:rPr lang="en-IN" sz="16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nm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"Raja"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r>
              <a:rPr lang="en-IN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//console.log(</a:t>
            </a:r>
            <a:r>
              <a:rPr lang="en-IN" sz="16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sam.age</a:t>
            </a:r>
            <a:r>
              <a:rPr lang="en-IN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); // This will cause an error because 'age' is protected and cannot be accessed outside the class or its subclasses.    </a:t>
            </a:r>
            <a:endParaRPr lang="en-IN" sz="16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IN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sam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40477949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6DDA59D-3B4B-4938-4B91-3F7A6A5E3F20}"/>
              </a:ext>
            </a:extLst>
          </p:cNvPr>
          <p:cNvSpPr txBox="1"/>
          <p:nvPr/>
        </p:nvSpPr>
        <p:spPr>
          <a:xfrm>
            <a:off x="298938" y="0"/>
            <a:ext cx="5576929" cy="69468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3095"/>
              </a:lnSpc>
              <a:buNone/>
            </a:pPr>
            <a:r>
              <a:rPr lang="en-I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Account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{   </a:t>
            </a:r>
          </a:p>
          <a:p>
            <a:pPr>
              <a:lnSpc>
                <a:spcPct val="113095"/>
              </a:lnSpc>
              <a:buNone/>
            </a:pP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protected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bal</a:t>
            </a:r>
            <a:r>
              <a:rPr lang="en-IN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IN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number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nm</a:t>
            </a:r>
            <a:r>
              <a:rPr lang="en-IN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IN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en-IN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IN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number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readonly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aid</a:t>
            </a:r>
            <a:r>
              <a:rPr lang="en-IN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IN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number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r>
              <a:rPr lang="en-IN" sz="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sz="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</a:t>
            </a:r>
          </a:p>
          <a:p>
            <a:pPr>
              <a:lnSpc>
                <a:spcPct val="113095"/>
              </a:lnSpc>
              <a:buNone/>
            </a:pP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constructor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theName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IN" sz="14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IN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theBal</a:t>
            </a:r>
            <a:r>
              <a:rPr lang="en-IN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IN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number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 { </a:t>
            </a:r>
          </a:p>
          <a:p>
            <a:pPr>
              <a:lnSpc>
                <a:spcPct val="113095"/>
              </a:lnSpc>
              <a:buNone/>
            </a:pP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IN" sz="14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nm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theName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 </a:t>
            </a:r>
          </a:p>
          <a:p>
            <a:pPr>
              <a:lnSpc>
                <a:spcPct val="113095"/>
              </a:lnSpc>
              <a:buNone/>
            </a:pP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IN" sz="14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400" b="0" dirty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aid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=++</a:t>
            </a:r>
            <a:r>
              <a:rPr lang="en-IN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Account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IN" sz="14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bal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theBal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}</a:t>
            </a:r>
          </a:p>
          <a:p>
            <a:pPr>
              <a:lnSpc>
                <a:spcPct val="113095"/>
              </a:lnSpc>
              <a:buNone/>
            </a:pP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</a:t>
            </a:r>
          </a:p>
          <a:p>
            <a:pPr>
              <a:lnSpc>
                <a:spcPct val="113095"/>
              </a:lnSpc>
              <a:buNone/>
            </a:pP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deposit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amt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number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IN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ct val="113095"/>
              </a:lnSpc>
              <a:buNone/>
            </a:pP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IN" sz="14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bal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+=</a:t>
            </a:r>
            <a:r>
              <a:rPr lang="en-IN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amt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`</a:t>
            </a:r>
            <a:r>
              <a:rPr lang="en-I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${</a:t>
            </a:r>
            <a:r>
              <a:rPr lang="en-IN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IN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bal</a:t>
            </a:r>
            <a:r>
              <a:rPr lang="en-I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`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        </a:t>
            </a:r>
          </a:p>
          <a:p>
            <a:pPr>
              <a:lnSpc>
                <a:spcPct val="113095"/>
              </a:lnSpc>
              <a:buNone/>
            </a:pP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lnSpc>
                <a:spcPct val="113095"/>
              </a:lnSpc>
              <a:buNone/>
            </a:pP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widthrow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amt</a:t>
            </a:r>
            <a:r>
              <a:rPr lang="en-IN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IN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number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IN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{           </a:t>
            </a:r>
          </a:p>
          <a:p>
            <a:pPr>
              <a:lnSpc>
                <a:spcPct val="113095"/>
              </a:lnSpc>
              <a:buNone/>
            </a:pP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</a:t>
            </a:r>
            <a:r>
              <a:rPr lang="en-IN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`I don't know`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ct val="113095"/>
              </a:lnSpc>
              <a:buNone/>
            </a:pP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}</a:t>
            </a:r>
          </a:p>
          <a:p>
            <a:pPr>
              <a:lnSpc>
                <a:spcPct val="113095"/>
              </a:lnSpc>
              <a:buNone/>
            </a:pP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toString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IN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{ </a:t>
            </a:r>
            <a:r>
              <a:rPr lang="en-IN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`</a:t>
            </a:r>
            <a:r>
              <a:rPr lang="en-I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${</a:t>
            </a:r>
            <a:r>
              <a:rPr lang="en-IN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IN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nm</a:t>
            </a:r>
            <a:r>
              <a:rPr lang="en-I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${</a:t>
            </a:r>
            <a:r>
              <a:rPr lang="en-IN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IN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bal</a:t>
            </a:r>
            <a:r>
              <a:rPr lang="en-I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`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;}</a:t>
            </a:r>
          </a:p>
          <a:p>
            <a:pPr>
              <a:lnSpc>
                <a:spcPct val="113095"/>
              </a:lnSpc>
              <a:buNone/>
            </a:pPr>
            <a:r>
              <a:rPr lang="en-IN" sz="9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</a:t>
            </a:r>
          </a:p>
          <a:p>
            <a:pPr>
              <a:lnSpc>
                <a:spcPct val="113095"/>
              </a:lnSpc>
              <a:buNone/>
            </a:pP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lnSpc>
                <a:spcPct val="113095"/>
              </a:lnSpc>
              <a:buNone/>
            </a:pPr>
            <a:r>
              <a:rPr lang="en-I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Saving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extends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Account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ct val="113095"/>
              </a:lnSpc>
              <a:buNone/>
            </a:pP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constructor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theName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IN" sz="14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IN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theBal</a:t>
            </a:r>
            <a:r>
              <a:rPr lang="en-IN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IN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number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 { </a:t>
            </a:r>
            <a:r>
              <a:rPr lang="en-I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super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theName</a:t>
            </a:r>
            <a:r>
              <a:rPr lang="en-IN" sz="14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IN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theBal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 }</a:t>
            </a:r>
          </a:p>
          <a:p>
            <a:pPr>
              <a:lnSpc>
                <a:spcPct val="113095"/>
              </a:lnSpc>
              <a:buNone/>
            </a:pP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widthrow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amt</a:t>
            </a:r>
            <a:r>
              <a:rPr lang="en-IN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IN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number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IN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{       </a:t>
            </a:r>
          </a:p>
          <a:p>
            <a:pPr>
              <a:lnSpc>
                <a:spcPct val="113095"/>
              </a:lnSpc>
              <a:buNone/>
            </a:pP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IN" sz="14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bal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-=</a:t>
            </a:r>
            <a:r>
              <a:rPr lang="en-IN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amt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`</a:t>
            </a:r>
            <a:r>
              <a:rPr lang="en-I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${</a:t>
            </a:r>
            <a:r>
              <a:rPr lang="en-IN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IN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bal</a:t>
            </a:r>
            <a:r>
              <a:rPr lang="en-I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`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ct val="113095"/>
              </a:lnSpc>
              <a:buNone/>
            </a:pP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lnSpc>
                <a:spcPct val="113095"/>
              </a:lnSpc>
              <a:buNone/>
            </a:pPr>
            <a:r>
              <a:rPr lang="en-IN" sz="1400" dirty="0">
                <a:solidFill>
                  <a:srgbClr val="3B3B3B"/>
                </a:solidFill>
                <a:latin typeface="Consolas" panose="020B0609020204030204" pitchFamily="49" charset="0"/>
              </a:rPr>
              <a:t>}</a:t>
            </a:r>
            <a:endParaRPr lang="en-IN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9B23BCB-EB08-0A06-3039-91C39DB080E4}"/>
              </a:ext>
            </a:extLst>
          </p:cNvPr>
          <p:cNvSpPr txBox="1"/>
          <p:nvPr/>
        </p:nvSpPr>
        <p:spPr>
          <a:xfrm>
            <a:off x="6036733" y="0"/>
            <a:ext cx="6096000" cy="66511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30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class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267F9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Current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extends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267F9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Account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{</a:t>
            </a:r>
          </a:p>
          <a:p>
            <a:pPr marL="0" marR="0" lvl="0" indent="0" algn="l" defTabSz="914400" rtl="0" eaLnBrk="1" fontAlgn="auto" latinLnBrk="0" hangingPunct="1">
              <a:lnSpc>
                <a:spcPct val="1130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</a:t>
            </a:r>
            <a:r>
              <a:rPr kumimoji="0" lang="en-I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readonly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I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70C1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minbal</a:t>
            </a:r>
            <a:r>
              <a:rPr kumimoji="0" lang="en-I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:</a:t>
            </a:r>
            <a:r>
              <a:rPr kumimoji="0" lang="en-I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267F9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number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9865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10000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;</a:t>
            </a:r>
          </a:p>
          <a:p>
            <a:pPr marL="0" marR="0" lvl="0" indent="0" algn="l" defTabSz="914400" rtl="0" eaLnBrk="1" fontAlgn="auto" latinLnBrk="0" hangingPunct="1">
              <a:lnSpc>
                <a:spcPct val="1130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constructor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en-I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theName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: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I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267F9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string</a:t>
            </a:r>
            <a:r>
              <a:rPr kumimoji="0" lang="en-I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</a:t>
            </a:r>
            <a:r>
              <a:rPr kumimoji="0" lang="en-I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theBal</a:t>
            </a:r>
            <a:r>
              <a:rPr kumimoji="0" lang="en-I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:</a:t>
            </a:r>
            <a:r>
              <a:rPr kumimoji="0" lang="en-I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267F9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number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 { 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super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en-I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theName</a:t>
            </a:r>
            <a:r>
              <a:rPr kumimoji="0" lang="en-I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</a:t>
            </a:r>
            <a:r>
              <a:rPr kumimoji="0" lang="en-I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theBal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); }</a:t>
            </a:r>
          </a:p>
          <a:p>
            <a:pPr marL="0" marR="0" lvl="0" indent="0" algn="l" defTabSz="914400" rtl="0" eaLnBrk="1" fontAlgn="auto" latinLnBrk="0" hangingPunct="1">
              <a:lnSpc>
                <a:spcPct val="1130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</a:t>
            </a:r>
            <a:r>
              <a:rPr kumimoji="0" lang="en-I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795E2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widthrow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amt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9865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0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 {</a:t>
            </a:r>
          </a:p>
          <a:p>
            <a:pPr marL="0" marR="0" lvl="0" indent="0" algn="l" defTabSz="914400" rtl="0" eaLnBrk="1" fontAlgn="auto" latinLnBrk="0" hangingPunct="1">
              <a:lnSpc>
                <a:spcPct val="1130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    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let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</a:t>
            </a:r>
            <a:r>
              <a:rPr kumimoji="0" lang="en-I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this</a:t>
            </a:r>
            <a:r>
              <a:rPr kumimoji="0" lang="en-I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</a:t>
            </a:r>
            <a:r>
              <a:rPr kumimoji="0" lang="en-I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bal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-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amt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;</a:t>
            </a:r>
          </a:p>
          <a:p>
            <a:pPr marL="0" marR="0" lvl="0" indent="0" algn="l" defTabSz="914400" rtl="0" eaLnBrk="1" fontAlgn="auto" latinLnBrk="0" hangingPunct="1">
              <a:lnSpc>
                <a:spcPct val="1130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   </a:t>
            </a:r>
          </a:p>
          <a:p>
            <a:pPr marL="0" marR="0" lvl="0" indent="0" algn="l" defTabSz="914400" rtl="0" eaLnBrk="1" fontAlgn="auto" latinLnBrk="0" hangingPunct="1">
              <a:lnSpc>
                <a:spcPct val="1130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    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AF00D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if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&gt;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9865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10000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130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   { </a:t>
            </a:r>
            <a:r>
              <a:rPr kumimoji="0" lang="en-I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this</a:t>
            </a:r>
            <a:r>
              <a:rPr kumimoji="0" lang="en-I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</a:t>
            </a:r>
            <a:r>
              <a:rPr kumimoji="0" lang="en-I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bal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-=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amt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;</a:t>
            </a:r>
          </a:p>
          <a:p>
            <a:pPr marL="0" marR="0" lvl="0" indent="0" algn="l" defTabSz="914400" rtl="0" eaLnBrk="1" fontAlgn="auto" latinLnBrk="0" hangingPunct="1">
              <a:lnSpc>
                <a:spcPct val="1130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    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console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795E2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log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` 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${</a:t>
            </a:r>
            <a:r>
              <a:rPr kumimoji="0" lang="en-I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this</a:t>
            </a:r>
            <a:r>
              <a:rPr kumimoji="0" lang="en-I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</a:t>
            </a:r>
            <a:r>
              <a:rPr kumimoji="0" lang="en-I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bal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}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`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);</a:t>
            </a:r>
          </a:p>
          <a:p>
            <a:pPr marL="0" marR="0" lvl="0" indent="0" algn="l" defTabSz="914400" rtl="0" eaLnBrk="1" fontAlgn="auto" latinLnBrk="0" hangingPunct="1">
              <a:lnSpc>
                <a:spcPct val="1130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   }</a:t>
            </a:r>
          </a:p>
          <a:p>
            <a:pPr marL="0" marR="0" lvl="0" indent="0" algn="l" defTabSz="914400" rtl="0" eaLnBrk="1" fontAlgn="auto" latinLnBrk="0" hangingPunct="1">
              <a:lnSpc>
                <a:spcPct val="1130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}</a:t>
            </a:r>
          </a:p>
          <a:p>
            <a:pPr marL="0" marR="0" lvl="0" indent="0" algn="l" defTabSz="914400" rtl="0" eaLnBrk="1" fontAlgn="auto" latinLnBrk="0" hangingPunct="1">
              <a:lnSpc>
                <a:spcPct val="1130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}</a:t>
            </a:r>
          </a:p>
          <a:p>
            <a:pPr marL="0" marR="0" lvl="0" indent="0" algn="l" defTabSz="914400" rtl="0" eaLnBrk="1" fontAlgn="auto" latinLnBrk="0" hangingPunct="1">
              <a:lnSpc>
                <a:spcPct val="1130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</a:br>
            <a:endParaRPr kumimoji="0" lang="en-IN" sz="1400" b="0" i="0" u="none" strike="noStrike" kern="1200" cap="none" spc="0" normalizeH="0" baseline="0" noProof="0" dirty="0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30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let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I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sam</a:t>
            </a:r>
            <a:r>
              <a:rPr kumimoji="0" lang="en-I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:</a:t>
            </a:r>
            <a:r>
              <a:rPr kumimoji="0" lang="en-I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267F9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Account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new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267F9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Saving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"raj"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9865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11000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);</a:t>
            </a:r>
          </a:p>
          <a:p>
            <a:pPr marL="0" marR="0" lvl="0" indent="0" algn="l" defTabSz="914400" rtl="0" eaLnBrk="1" fontAlgn="auto" latinLnBrk="0" hangingPunct="1">
              <a:lnSpc>
                <a:spcPct val="1130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let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tom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: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267F9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Account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new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267F9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Current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"Mona"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9865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20000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);</a:t>
            </a:r>
          </a:p>
          <a:p>
            <a:pPr marL="0" marR="0" lvl="0" indent="0" algn="l" defTabSz="914400" rtl="0" eaLnBrk="1" fontAlgn="auto" latinLnBrk="0" hangingPunct="1">
              <a:lnSpc>
                <a:spcPct val="1130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console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795E2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log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en-I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sam</a:t>
            </a:r>
            <a:r>
              <a:rPr kumimoji="0" lang="en-I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</a:t>
            </a:r>
            <a:r>
              <a:rPr kumimoji="0" lang="en-I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795E2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toString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());</a:t>
            </a:r>
          </a:p>
          <a:p>
            <a:pPr marL="0" marR="0" lvl="0" indent="0" algn="l" defTabSz="914400" rtl="0" eaLnBrk="1" fontAlgn="auto" latinLnBrk="0" hangingPunct="1">
              <a:lnSpc>
                <a:spcPct val="1130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console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795E2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log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en-I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tom</a:t>
            </a:r>
            <a:r>
              <a:rPr kumimoji="0" lang="en-I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</a:t>
            </a:r>
            <a:r>
              <a:rPr kumimoji="0" lang="en-I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795E2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toString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());</a:t>
            </a:r>
          </a:p>
          <a:p>
            <a:pPr marL="0" marR="0" lvl="0" indent="0" algn="l" defTabSz="914400" rtl="0" eaLnBrk="1" fontAlgn="auto" latinLnBrk="0" hangingPunct="1">
              <a:lnSpc>
                <a:spcPct val="1130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sam</a:t>
            </a:r>
            <a:r>
              <a:rPr kumimoji="0" lang="en-I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</a:t>
            </a:r>
            <a:r>
              <a:rPr kumimoji="0" lang="en-I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795E2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deposit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9865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3000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);</a:t>
            </a:r>
          </a:p>
          <a:p>
            <a:pPr marL="0" marR="0" lvl="0" indent="0" algn="l" defTabSz="914400" rtl="0" eaLnBrk="1" fontAlgn="auto" latinLnBrk="0" hangingPunct="1">
              <a:lnSpc>
                <a:spcPct val="1130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</a:br>
            <a:endParaRPr kumimoji="0" lang="en-IN" sz="1400" b="0" i="0" u="none" strike="noStrike" kern="1200" cap="none" spc="0" normalizeH="0" baseline="0" noProof="0" dirty="0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30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console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795E2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log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en-I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sam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);</a:t>
            </a:r>
          </a:p>
          <a:p>
            <a:pPr marL="0" marR="0" lvl="0" indent="0" algn="l" defTabSz="914400" rtl="0" eaLnBrk="1" fontAlgn="auto" latinLnBrk="0" hangingPunct="1">
              <a:lnSpc>
                <a:spcPct val="1130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sam</a:t>
            </a:r>
            <a:r>
              <a:rPr kumimoji="0" lang="en-I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</a:t>
            </a:r>
            <a:r>
              <a:rPr kumimoji="0" lang="en-I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795E2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widthrow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9865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1000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);</a:t>
            </a:r>
          </a:p>
          <a:p>
            <a:pPr marL="0" marR="0" lvl="0" indent="0" algn="l" defTabSz="914400" rtl="0" eaLnBrk="1" fontAlgn="auto" latinLnBrk="0" hangingPunct="1">
              <a:lnSpc>
                <a:spcPct val="1130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console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795E2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log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en-I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sam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);</a:t>
            </a:r>
            <a:b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</a:br>
            <a:endParaRPr kumimoji="0" lang="en-IN" sz="1400" b="0" i="0" u="none" strike="noStrike" kern="1200" cap="none" spc="0" normalizeH="0" baseline="0" noProof="0" dirty="0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4557D0D-0A2C-C555-802C-B316C36EF393}"/>
              </a:ext>
            </a:extLst>
          </p:cNvPr>
          <p:cNvSpPr txBox="1"/>
          <p:nvPr/>
        </p:nvSpPr>
        <p:spPr>
          <a:xfrm>
            <a:off x="3386667" y="143933"/>
            <a:ext cx="24214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/>
              <a:t>Mini App</a:t>
            </a:r>
          </a:p>
        </p:txBody>
      </p:sp>
    </p:spTree>
    <p:extLst>
      <p:ext uri="{BB962C8B-B14F-4D97-AF65-F5344CB8AC3E}">
        <p14:creationId xmlns:p14="http://schemas.microsoft.com/office/powerpoint/2010/main" val="30822128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</TotalTime>
  <Words>1042</Words>
  <Application>Microsoft Office PowerPoint</Application>
  <PresentationFormat>Widescreen</PresentationFormat>
  <Paragraphs>167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Calibri</vt:lpstr>
      <vt:lpstr>Calibri Light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sriram mantri vidyanidhi infotech academy</dc:creator>
  <cp:lastModifiedBy>sriram mantri vidyanidhi infotech academy</cp:lastModifiedBy>
  <cp:revision>6</cp:revision>
  <dcterms:created xsi:type="dcterms:W3CDTF">2026-09-07T14:22:30Z</dcterms:created>
  <dcterms:modified xsi:type="dcterms:W3CDTF">2026-09-24T04:18:41Z</dcterms:modified>
</cp:coreProperties>
</file>