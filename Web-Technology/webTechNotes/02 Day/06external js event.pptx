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41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9875-A9BA-4FEF-920E-4C22F852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7B814-8E5E-4786-A782-E24833624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A5E4E-8582-4B31-8617-14CBB193E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4D1BD-2509-4FA4-AA14-87874273D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A1064-57B6-4800-8A02-CD288A6D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16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4DA26-6291-4D2B-8978-F93514DF0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13C22-838A-44B1-81D3-9E211FEF0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AA663-5137-4937-8100-DB7D3B00C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C0661-8587-448A-9B04-E94F2063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56B56-4C9F-4BAE-9DC4-4EC0CB439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16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E9E4-BB58-4C34-A713-5C7FED46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6DCC1-0042-4D16-8A40-07D1598A6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608D7-A0AC-4F7F-9B2A-7E2BC2BCF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F6913-6AAC-424F-94E8-7967A5A0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0ECAC-D76A-4651-BD2D-47FA7FDE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224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4B3B-6866-44C5-95A8-265479B6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90E14-26F7-4927-A965-637C61EF0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966B2-1C21-40EC-AEB4-E6DF4D4CC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D7BC0-6651-4CE9-BF89-B67C6D95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814CD-3BDE-475B-B2CE-F8785CAE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A8915-DC5F-40A7-87F8-4991A692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718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9CE4-EDF2-4731-8314-40A65010B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80861-B423-43F6-9C0B-C057550FF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B849D-1629-4141-B0DA-74DAC9822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E2D5F-2402-43C2-982E-042CB8E31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5E2B4-51AA-4C0E-98D0-D89C08C38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7F2DCC-82EF-468C-A9BD-A30BB4220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4869D6-01B3-445D-B02D-3DAA99E79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41305C-3FE6-4DE2-AFA9-63E378D4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384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828D-056B-484E-B46C-1913881D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8094D-3045-427E-AC8D-F81BFE55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DD406-C044-4A88-A803-79A5F6B8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8B2901-976F-482D-AE8B-41B5E7EB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354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3FAE6-F69D-4630-A4D3-46E3DD97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76A903-527D-416B-A653-12F4EA2F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90FF6-2BA1-486B-9877-3C312C48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8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C3EF-6A71-4940-AD16-8EAD5B2D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1DD74-1CE7-4DE8-8609-CB87E8CFD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ABA8D-6FA0-473A-A0DF-7F3F767FF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43AEE-30C0-41A9-B398-66CC3058D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8C12-85BE-4075-8059-73A39946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F5DF8-58D9-4B96-A949-09747A8B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7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76579-818E-4976-A82D-F552B176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16A0D9-1F47-44BF-A9FF-36FE018B5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87E5F-8F10-464E-A03D-F7B5DD464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63D88-923E-4462-B853-43E7AA367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2F551-E142-4576-BE4B-C24ADDBF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E0A25-4D04-4F0F-B57E-539F0029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9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0D829-AF1E-40CC-AA8B-1614C04F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13EA5-94DB-490C-9FE7-D17609AA3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DDA9E-D2CC-47EE-9DDE-0F4657D3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4E4E-C739-4E42-AED6-8247868A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AF632-88D5-40D9-ACDA-F145AC59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9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42E2B-190D-469C-BC26-97FFEE159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435C4-1632-4F15-9DF3-1D3E00CFD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A6B3-D7C6-4E14-8562-56C5A43E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DC34-0156-4A3B-AEE7-7A48BE57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704AD-9F7D-4B3D-B616-33C35F57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428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60A4F-4527-41DF-8948-4E6D3EB59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26F26-5539-47C1-AFFF-512008E41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3F1A-3A55-420B-98D8-F38BD8298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0FDB9-8E1A-4075-B100-3186540F4228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C541F-2A41-4FFA-B28A-697CB88FA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50932-B360-451F-AC0E-CBA54D9D0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C06054-F4D6-463D-B988-0441229AFFE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C55DDA-2F67-497D-805E-5136A8321681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34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7B79-CC25-4D3F-BCDD-AE024F03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859" y="-157655"/>
            <a:ext cx="10271234" cy="938158"/>
          </a:xfrm>
        </p:spPr>
        <p:txBody>
          <a:bodyPr/>
          <a:lstStyle/>
          <a:p>
            <a:r>
              <a:rPr lang="en-IN" dirty="0"/>
              <a:t>How to add external </a:t>
            </a:r>
            <a:r>
              <a:rPr lang="en-IN" dirty="0" err="1"/>
              <a:t>js</a:t>
            </a:r>
            <a:r>
              <a:rPr lang="en-IN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5E0D8-D0E7-45CF-B9DD-CB03BF451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880" y="1397875"/>
            <a:ext cx="6425761" cy="507337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VITA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"ext.js"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133D1D-46B5-4939-AE24-C91E592EEF34}"/>
              </a:ext>
            </a:extLst>
          </p:cNvPr>
          <p:cNvSpPr txBox="1"/>
          <p:nvPr/>
        </p:nvSpPr>
        <p:spPr>
          <a:xfrm>
            <a:off x="6960476" y="2413337"/>
            <a:ext cx="49096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 welcome to 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03905-1AF5-4730-A1AC-377CBCE48A16}"/>
              </a:ext>
            </a:extLst>
          </p:cNvPr>
          <p:cNvSpPr txBox="1"/>
          <p:nvPr/>
        </p:nvSpPr>
        <p:spPr>
          <a:xfrm>
            <a:off x="1439917" y="780503"/>
            <a:ext cx="8927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"ext.js"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23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8B1CF-EB16-4B1C-91A2-B40D769F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220" y="0"/>
            <a:ext cx="10008476" cy="759482"/>
          </a:xfrm>
        </p:spPr>
        <p:txBody>
          <a:bodyPr/>
          <a:lstStyle/>
          <a:p>
            <a:r>
              <a:rPr lang="en-IN" dirty="0"/>
              <a:t>Concatenation and external </a:t>
            </a:r>
            <a:r>
              <a:rPr lang="en-IN" dirty="0" err="1"/>
              <a:t>js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5080C-6B33-44A6-9178-5ACEA2CED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76" y="759482"/>
            <a:ext cx="6067097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VITA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"ext1.js"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60264F-3A12-411B-9A06-05B8EC338F36}"/>
              </a:ext>
            </a:extLst>
          </p:cNvPr>
          <p:cNvSpPr txBox="1"/>
          <p:nvPr/>
        </p:nvSpPr>
        <p:spPr>
          <a:xfrm>
            <a:off x="6249205" y="949992"/>
            <a:ext cx="63167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ext1.js</a:t>
            </a:r>
          </a:p>
          <a:p>
            <a:endParaRPr lang="en-IN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"&gt;Hello&lt;/h"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"&lt;font size="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"&gt;Hello&lt;/font&gt;"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9C898-71DA-4600-843E-3AEBD952C77B}"/>
              </a:ext>
            </a:extLst>
          </p:cNvPr>
          <p:cNvSpPr txBox="1"/>
          <p:nvPr/>
        </p:nvSpPr>
        <p:spPr>
          <a:xfrm>
            <a:off x="231228" y="5110820"/>
            <a:ext cx="984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Observe Event and due to </a:t>
            </a:r>
            <a:r>
              <a:rPr lang="en-IN" dirty="0" err="1"/>
              <a:t>document.write</a:t>
            </a:r>
            <a:r>
              <a:rPr lang="en-IN"/>
              <a:t>  it gives </a:t>
            </a:r>
            <a:r>
              <a:rPr lang="en-IN" dirty="0"/>
              <a:t>reply on new page</a:t>
            </a:r>
          </a:p>
        </p:txBody>
      </p:sp>
    </p:spTree>
    <p:extLst>
      <p:ext uri="{BB962C8B-B14F-4D97-AF65-F5344CB8AC3E}">
        <p14:creationId xmlns:p14="http://schemas.microsoft.com/office/powerpoint/2010/main" val="170712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B373CA-12AF-B8A7-0B3D-B71A9C1ED04C}"/>
              </a:ext>
            </a:extLst>
          </p:cNvPr>
          <p:cNvSpPr txBox="1"/>
          <p:nvPr/>
        </p:nvSpPr>
        <p:spPr>
          <a:xfrm>
            <a:off x="383117" y="821034"/>
            <a:ext cx="61341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32F62"/>
                </a:solidFill>
                <a:latin typeface="Courier New" panose="02070309020205020404" pitchFamily="49" charset="0"/>
              </a:rPr>
              <a:t>mathUtils.js</a:t>
            </a:r>
            <a:endParaRPr lang="en-US" b="1" i="0" dirty="0">
              <a:solidFill>
                <a:srgbClr val="6A737D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i="0" dirty="0">
                <a:solidFill>
                  <a:srgbClr val="6A737D"/>
                </a:solidFill>
                <a:effectLst/>
                <a:latin typeface="Courier New" panose="02070309020205020404" pitchFamily="49" charset="0"/>
              </a:rPr>
              <a:t>// Exporting functions from the module</a:t>
            </a:r>
            <a:r>
              <a:rPr lang="en-US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D73A49"/>
                </a:solidFill>
                <a:effectLst/>
                <a:latin typeface="Courier New" panose="02070309020205020404" pitchFamily="49" charset="0"/>
              </a:rPr>
              <a:t>export</a:t>
            </a:r>
            <a:r>
              <a:rPr lang="en-US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D73A49"/>
                </a:solidFill>
                <a:effectLst/>
                <a:latin typeface="Courier New" panose="02070309020205020404" pitchFamily="49" charset="0"/>
              </a:rPr>
              <a:t>function</a:t>
            </a:r>
            <a:r>
              <a:rPr lang="en-US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6F42C1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en-US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(a, b) { </a:t>
            </a:r>
          </a:p>
          <a:p>
            <a:r>
              <a:rPr lang="en-US" b="0" i="0" dirty="0">
                <a:solidFill>
                  <a:srgbClr val="D73A49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 a + b; } </a:t>
            </a:r>
          </a:p>
          <a:p>
            <a:endParaRPr lang="en-US" dirty="0">
              <a:solidFill>
                <a:srgbClr val="4A4A4A"/>
              </a:solidFill>
              <a:latin typeface="Courier New" panose="02070309020205020404" pitchFamily="49" charset="0"/>
            </a:endParaRPr>
          </a:p>
          <a:p>
            <a:r>
              <a:rPr lang="en-US" b="0" i="0" dirty="0">
                <a:solidFill>
                  <a:srgbClr val="D73A49"/>
                </a:solidFill>
                <a:effectLst/>
                <a:latin typeface="Courier New" panose="02070309020205020404" pitchFamily="49" charset="0"/>
              </a:rPr>
              <a:t>export</a:t>
            </a:r>
            <a:r>
              <a:rPr lang="en-US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D73A49"/>
                </a:solidFill>
                <a:effectLst/>
                <a:latin typeface="Courier New" panose="02070309020205020404" pitchFamily="49" charset="0"/>
              </a:rPr>
              <a:t>function</a:t>
            </a:r>
            <a:r>
              <a:rPr lang="en-US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6F42C1"/>
                </a:solidFill>
                <a:effectLst/>
                <a:latin typeface="Courier New" panose="02070309020205020404" pitchFamily="49" charset="0"/>
              </a:rPr>
              <a:t>multiply</a:t>
            </a:r>
            <a:r>
              <a:rPr lang="en-US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(a, b) { </a:t>
            </a:r>
          </a:p>
          <a:p>
            <a:r>
              <a:rPr lang="en-US" b="0" i="0" dirty="0">
                <a:solidFill>
                  <a:srgbClr val="D73A49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 a * b; 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B1B9F-B493-28FA-2BC4-4E4E16757E0B}"/>
              </a:ext>
            </a:extLst>
          </p:cNvPr>
          <p:cNvSpPr txBox="1"/>
          <p:nvPr/>
        </p:nvSpPr>
        <p:spPr>
          <a:xfrm>
            <a:off x="383117" y="3682475"/>
            <a:ext cx="76263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6A737D"/>
                </a:solidFill>
                <a:effectLst/>
                <a:latin typeface="Courier New" panose="02070309020205020404" pitchFamily="49" charset="0"/>
              </a:rPr>
              <a:t>Main.js</a:t>
            </a:r>
          </a:p>
          <a:p>
            <a:r>
              <a:rPr lang="en-IN" b="0" i="0" dirty="0">
                <a:solidFill>
                  <a:srgbClr val="6A737D"/>
                </a:solidFill>
                <a:effectLst/>
                <a:latin typeface="Courier New" panose="02070309020205020404" pitchFamily="49" charset="0"/>
              </a:rPr>
              <a:t>// Importing functions from mathUtils.js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IN" b="0" i="0" dirty="0">
                <a:solidFill>
                  <a:srgbClr val="D73A49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 { add, multiply } </a:t>
            </a:r>
            <a:r>
              <a:rPr lang="en-IN" b="0" i="0" dirty="0">
                <a:solidFill>
                  <a:srgbClr val="D73A49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>
                <a:solidFill>
                  <a:srgbClr val="032F62"/>
                </a:solidFill>
                <a:effectLst/>
                <a:latin typeface="Courier New" panose="02070309020205020404" pitchFamily="49" charset="0"/>
              </a:rPr>
              <a:t>'./mathUtils.js’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endParaRPr lang="en-IN" dirty="0">
              <a:solidFill>
                <a:srgbClr val="4A4A4A"/>
              </a:solidFill>
              <a:latin typeface="Courier New" panose="02070309020205020404" pitchFamily="49" charset="0"/>
            </a:endParaRPr>
          </a:p>
          <a:p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>
                <a:solidFill>
                  <a:srgbClr val="D73A49"/>
                </a:solidFill>
                <a:effectLst/>
                <a:latin typeface="Courier New" panose="02070309020205020404" pitchFamily="49" charset="0"/>
              </a:rPr>
              <a:t>console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IN" b="0" i="0" dirty="0">
                <a:solidFill>
                  <a:srgbClr val="6F42C1"/>
                </a:solidFill>
                <a:effectLst/>
                <a:latin typeface="Courier New" panose="02070309020205020404" pitchFamily="49" charset="0"/>
              </a:rPr>
              <a:t>log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>
                <a:solidFill>
                  <a:srgbClr val="032F62"/>
                </a:solidFill>
                <a:effectLst/>
                <a:latin typeface="Courier New" panose="02070309020205020404" pitchFamily="49" charset="0"/>
              </a:rPr>
              <a:t>"Sum:"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b="0" i="0" dirty="0">
                <a:solidFill>
                  <a:srgbClr val="6F42C1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>
                <a:solidFill>
                  <a:srgbClr val="005CC5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b="0" i="0" dirty="0">
                <a:solidFill>
                  <a:srgbClr val="005CC5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)); </a:t>
            </a:r>
            <a:r>
              <a:rPr lang="en-IN" b="0" i="0" dirty="0">
                <a:solidFill>
                  <a:srgbClr val="D73A49"/>
                </a:solidFill>
                <a:effectLst/>
                <a:latin typeface="Courier New" panose="02070309020205020404" pitchFamily="49" charset="0"/>
              </a:rPr>
              <a:t>console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IN" b="0" i="0" dirty="0">
                <a:solidFill>
                  <a:srgbClr val="6F42C1"/>
                </a:solidFill>
                <a:effectLst/>
                <a:latin typeface="Courier New" panose="02070309020205020404" pitchFamily="49" charset="0"/>
              </a:rPr>
              <a:t>log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>
                <a:solidFill>
                  <a:srgbClr val="032F62"/>
                </a:solidFill>
                <a:effectLst/>
                <a:latin typeface="Courier New" panose="02070309020205020404" pitchFamily="49" charset="0"/>
              </a:rPr>
              <a:t>"Product:"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b="0" i="0" dirty="0">
                <a:solidFill>
                  <a:srgbClr val="6F42C1"/>
                </a:solidFill>
                <a:effectLst/>
                <a:latin typeface="Courier New" panose="02070309020205020404" pitchFamily="49" charset="0"/>
              </a:rPr>
              <a:t>multiply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>
                <a:solidFill>
                  <a:srgbClr val="005CC5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b="0" i="0" dirty="0">
                <a:solidFill>
                  <a:srgbClr val="005CC5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IN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));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290A53-3910-68CC-653B-FFA6663BE174}"/>
              </a:ext>
            </a:extLst>
          </p:cNvPr>
          <p:cNvSpPr txBox="1"/>
          <p:nvPr/>
        </p:nvSpPr>
        <p:spPr>
          <a:xfrm>
            <a:off x="6665384" y="158489"/>
            <a:ext cx="61341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 lang="</a:t>
            </a:r>
            <a:r>
              <a:rPr lang="en-US" dirty="0" err="1"/>
              <a:t>en</a:t>
            </a:r>
            <a:r>
              <a:rPr lang="en-US" dirty="0"/>
              <a:t>"&gt;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&lt;title&gt;JS Module Example&lt;/title&gt;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    &lt;h1&gt;JavaScript Module Demo&lt;/h1&gt;</a:t>
            </a:r>
          </a:p>
          <a:p>
            <a:endParaRPr lang="en-US" dirty="0"/>
          </a:p>
          <a:p>
            <a:r>
              <a:rPr lang="en-US" dirty="0"/>
              <a:t>    &lt;!-- Load the main script as a module --&gt;</a:t>
            </a:r>
          </a:p>
          <a:p>
            <a:r>
              <a:rPr lang="en-US" dirty="0"/>
              <a:t>    &lt;script type="module" </a:t>
            </a:r>
            <a:r>
              <a:rPr lang="en-US" dirty="0" err="1"/>
              <a:t>src</a:t>
            </a:r>
            <a:r>
              <a:rPr lang="en-US" dirty="0"/>
              <a:t>="main.js"&gt;&lt;/script&gt;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36F55F-D8C0-22AA-4D98-1118278F3D29}"/>
              </a:ext>
            </a:extLst>
          </p:cNvPr>
          <p:cNvSpPr txBox="1"/>
          <p:nvPr/>
        </p:nvSpPr>
        <p:spPr>
          <a:xfrm>
            <a:off x="6517217" y="4712645"/>
            <a:ext cx="5526617" cy="15542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4A4A4A"/>
                </a:solidFill>
                <a:effectLst/>
                <a:latin typeface="Segoe Sans Edge Text"/>
              </a:rPr>
              <a:t>Modules are deferred by default</a:t>
            </a:r>
            <a:r>
              <a:rPr lang="en-US" b="0" i="0" dirty="0">
                <a:solidFill>
                  <a:srgbClr val="4A4A4A"/>
                </a:solidFill>
                <a:effectLst/>
                <a:latin typeface="Segoe Sans Edge Text"/>
              </a:rPr>
              <a:t> — They load after HTML parsing, so no need for </a:t>
            </a:r>
            <a:r>
              <a:rPr lang="en-US" b="0" i="0" dirty="0">
                <a:solidFill>
                  <a:srgbClr val="4A4A4A"/>
                </a:solidFill>
                <a:effectLst/>
                <a:latin typeface="Courier New" panose="02070309020205020404" pitchFamily="49" charset="0"/>
              </a:rPr>
              <a:t>defer</a:t>
            </a:r>
            <a:r>
              <a:rPr lang="en-US" b="0" i="0" dirty="0">
                <a:solidFill>
                  <a:srgbClr val="4A4A4A"/>
                </a:solidFill>
                <a:effectLst/>
                <a:latin typeface="Segoe Sans Edge Text"/>
              </a:rPr>
              <a:t>.</a:t>
            </a:r>
          </a:p>
          <a:p>
            <a:pPr algn="l">
              <a:spcAft>
                <a:spcPts val="6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4A4A4A"/>
                </a:solidFill>
                <a:effectLst/>
                <a:latin typeface="Segoe Sans Edge Text"/>
              </a:rPr>
              <a:t>CORS restrictions</a:t>
            </a:r>
            <a:r>
              <a:rPr lang="en-US" b="0" i="0" dirty="0">
                <a:solidFill>
                  <a:srgbClr val="4A4A4A"/>
                </a:solidFill>
                <a:effectLst/>
                <a:latin typeface="Segoe Sans Edge Text"/>
              </a:rPr>
              <a:t> — If you open the HTML file directly from your file system, imports may fail.</a:t>
            </a:r>
            <a:br>
              <a:rPr lang="en-US" b="0" i="0" dirty="0">
                <a:solidFill>
                  <a:srgbClr val="4A4A4A"/>
                </a:solidFill>
                <a:effectLst/>
                <a:latin typeface="Segoe Sans Edge Text"/>
              </a:rPr>
            </a:br>
            <a:r>
              <a:rPr lang="en-US" b="0" i="0" dirty="0">
                <a:solidFill>
                  <a:srgbClr val="4A4A4A"/>
                </a:solidFill>
                <a:effectLst/>
                <a:latin typeface="Segoe Sans Edge Text"/>
              </a:rPr>
              <a:t>Run a local server instead:</a:t>
            </a:r>
          </a:p>
        </p:txBody>
      </p:sp>
    </p:spTree>
    <p:extLst>
      <p:ext uri="{BB962C8B-B14F-4D97-AF65-F5344CB8AC3E}">
        <p14:creationId xmlns:p14="http://schemas.microsoft.com/office/powerpoint/2010/main" val="1033089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471</Words>
  <Application>Microsoft Office PowerPoint</Application>
  <PresentationFormat>Widescreen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Consolas</vt:lpstr>
      <vt:lpstr>Courier New</vt:lpstr>
      <vt:lpstr>Segoe Sans Edge Text</vt:lpstr>
      <vt:lpstr>Office Theme</vt:lpstr>
      <vt:lpstr>PowerPoint Presentation</vt:lpstr>
      <vt:lpstr>How to add external js file</vt:lpstr>
      <vt:lpstr>Concatenation and external js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59</cp:revision>
  <dcterms:created xsi:type="dcterms:W3CDTF">2020-09-09T03:29:17Z</dcterms:created>
  <dcterms:modified xsi:type="dcterms:W3CDTF">2026-04-02T10:09:46Z</dcterms:modified>
</cp:coreProperties>
</file>