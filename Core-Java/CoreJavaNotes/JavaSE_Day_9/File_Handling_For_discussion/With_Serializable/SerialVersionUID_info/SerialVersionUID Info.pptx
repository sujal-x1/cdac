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SerialVersionUID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Serialization and Version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Serialization?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Serialization is the process of converting a Java object into a byte stream.</a:t>
            </a:r>
          </a:p>
          <a:p>
            <a:r>
              <a:rPr dirty="0"/>
              <a:t>This byte stream can be stored in a file or sent over a network.</a:t>
            </a:r>
          </a:p>
          <a:p>
            <a:r>
              <a:rPr dirty="0"/>
              <a:t>Classes must implement </a:t>
            </a:r>
            <a:r>
              <a:rPr dirty="0" smtClean="0"/>
              <a:t>Serializable</a:t>
            </a:r>
            <a:r>
              <a:rPr lang="en-US" dirty="0" smtClean="0"/>
              <a:t>/</a:t>
            </a:r>
            <a:r>
              <a:rPr lang="en-US" dirty="0" err="1" smtClean="0"/>
              <a:t>Externalizable</a:t>
            </a:r>
            <a:r>
              <a:rPr dirty="0" smtClean="0"/>
              <a:t> </a:t>
            </a:r>
            <a:r>
              <a:rPr dirty="0"/>
              <a:t>interface to allow serialization.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SerialVersionUID?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SerialVersionUID is a unique identifier for a Serializable class.</a:t>
            </a:r>
          </a:p>
          <a:p>
            <a:r>
              <a:t>It is used during deserialization to verify that the sender and receiver of a serialized object have compatible class definitions.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SerialVersionUID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compatibility between serialized objects and class definitions.</a:t>
            </a:r>
          </a:p>
          <a:p>
            <a:r>
              <a:t>Prevents unexpected InvalidClassException during deserialization.</a:t>
            </a:r>
          </a:p>
          <a:p>
            <a:r>
              <a:t>Helps maintain version control for serialized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SerialVersionUID is Computed?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If not explicitly declared, JVM automatically computes it.</a:t>
            </a:r>
          </a:p>
          <a:p>
            <a:r>
              <a:t>Computed based on class structure such as:</a:t>
            </a:r>
          </a:p>
          <a:p>
            <a:r>
              <a:t>- Class name</a:t>
            </a:r>
          </a:p>
          <a:p>
            <a:r>
              <a:t>- Implemented interfaces</a:t>
            </a:r>
          </a:p>
          <a:p>
            <a:r>
              <a:t>- Fields</a:t>
            </a:r>
          </a:p>
          <a:p>
            <a:r>
              <a:t>- Methods</a:t>
            </a:r>
          </a:p>
          <a:p>
            <a:r>
              <a:t>- Access modifiers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When is SerialVersionUID Computed?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It is computed at runtime when </a:t>
            </a:r>
            <a:r>
              <a:rPr dirty="0" smtClean="0"/>
              <a:t>serialization</a:t>
            </a:r>
            <a:r>
              <a:rPr lang="en-US" dirty="0" smtClean="0"/>
              <a:t> and </a:t>
            </a:r>
            <a:r>
              <a:rPr dirty="0" smtClean="0"/>
              <a:t>deserialization </a:t>
            </a:r>
            <a:r>
              <a:rPr dirty="0"/>
              <a:t>occurs.</a:t>
            </a:r>
          </a:p>
          <a:p>
            <a:r>
              <a:rPr dirty="0"/>
              <a:t>The value is obtained using </a:t>
            </a:r>
            <a:r>
              <a:rPr dirty="0" err="1"/>
              <a:t>ObjectStreamClass</a:t>
            </a:r>
            <a:r>
              <a:rPr dirty="0"/>
              <a:t>.</a:t>
            </a:r>
          </a:p>
          <a:p>
            <a:r>
              <a:rPr dirty="0"/>
              <a:t>Used when </a:t>
            </a:r>
            <a:r>
              <a:rPr dirty="0" err="1"/>
              <a:t>writeObject</a:t>
            </a:r>
            <a:r>
              <a:rPr dirty="0"/>
              <a:t>() or </a:t>
            </a:r>
            <a:r>
              <a:rPr dirty="0" err="1"/>
              <a:t>readObject</a:t>
            </a:r>
            <a:r>
              <a:rPr dirty="0"/>
              <a:t>() is invoked.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recommended to explicitly declare SerialVersionUID.</a:t>
            </a:r>
          </a:p>
          <a:p>
            <a:r>
              <a:t>Example:</a:t>
            </a:r>
          </a:p>
          <a:p>
            <a:r>
              <a:t>private static final long serialVersionUID = 1L;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Happens if SerialVersionUID Does Not Match?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the SerialVersionUID of the class differs from the serialized object:</a:t>
            </a:r>
          </a:p>
          <a:p>
            <a:r>
              <a:t>Java throws InvalidClassException during deserialization.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InvalidClassException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Occurs when the class definition has changed incompatibly.</a:t>
            </a:r>
          </a:p>
          <a:p>
            <a:r>
              <a:t>Common reasons:</a:t>
            </a:r>
          </a:p>
          <a:p>
            <a:r>
              <a:t>- Different SerialVersionUID</a:t>
            </a:r>
          </a:p>
          <a:p>
            <a:r>
              <a:t>- Modified class structure</a:t>
            </a:r>
          </a:p>
          <a:p>
            <a:r>
              <a:t>- Incompatible changes in fields or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Serializable vs Externalizable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Serializable: JVM handles serialization automatically.</a:t>
            </a:r>
          </a:p>
          <a:p>
            <a:r>
              <a:t>Externalizable: Programmer controls serialization using writeExternal() and readExternal().</a:t>
            </a:r>
          </a:p>
          <a:p>
            <a:r>
              <a:t>SerialVersionUID can be declared in both.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Always declare </a:t>
            </a:r>
            <a:r>
              <a:rPr dirty="0" err="1"/>
              <a:t>SerialVersionUID</a:t>
            </a:r>
            <a:r>
              <a:rPr dirty="0"/>
              <a:t> </a:t>
            </a:r>
            <a:r>
              <a:rPr dirty="0" smtClean="0"/>
              <a:t>explicitly</a:t>
            </a:r>
            <a:r>
              <a:rPr lang="en-US" dirty="0" smtClean="0"/>
              <a:t> (no matter whether you implement Serializable or </a:t>
            </a:r>
            <a:r>
              <a:rPr lang="en-US" dirty="0" err="1" smtClean="0"/>
              <a:t>Externalizable</a:t>
            </a:r>
            <a:r>
              <a:rPr lang="en-US" dirty="0" smtClean="0"/>
              <a:t>)</a:t>
            </a:r>
            <a:r>
              <a:rPr dirty="0" smtClean="0"/>
              <a:t>.</a:t>
            </a:r>
            <a:endParaRPr dirty="0"/>
          </a:p>
          <a:p>
            <a:r>
              <a:rPr dirty="0"/>
              <a:t>Avoid unnecessary structural changes in serialized classes.</a:t>
            </a:r>
          </a:p>
          <a:p>
            <a:r>
              <a:rPr dirty="0"/>
              <a:t>Use serialization carefully in distributed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Serialization converts objects to byte streams.</a:t>
            </a:r>
          </a:p>
          <a:p>
            <a:r>
              <a:t>SerialVersionUID ensures class compatibility.</a:t>
            </a:r>
          </a:p>
          <a:p>
            <a:r>
              <a:t>Explicit declaration helps avoid runtime exceptions.</a:t>
            </a:r>
          </a:p>
          <a:p>
            <a:r>
              <a:t>Mismatch causes InvalidClassException.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339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SerialVersionUID in Java</vt:lpstr>
      <vt:lpstr>What is Serialization?</vt:lpstr>
      <vt:lpstr>What is SerialVersionUID?</vt:lpstr>
      <vt:lpstr>Why SerialVersionUID is Important?</vt:lpstr>
      <vt:lpstr>How SerialVersionUID is Computed?</vt:lpstr>
      <vt:lpstr>When is SerialVersionUID Computed?</vt:lpstr>
      <vt:lpstr>Explicit Declaration</vt:lpstr>
      <vt:lpstr>What Happens if SerialVersionUID Does Not Match?</vt:lpstr>
      <vt:lpstr>InvalidClassException</vt:lpstr>
      <vt:lpstr>Serializable vs Externalizable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SerialVersionUID in Java</dc:title>
  <dc:subject/>
  <dc:creator/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2026-08-15T12:34:57Z</dcterms:modified>
  <cp:category/>
</cp:coreProperties>
</file>