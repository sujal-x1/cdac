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6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2D3F-7E40-4C8A-AAF1-FF8439D14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72839-F2DB-487E-86A4-AF0719837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D9DF-D751-499A-B1F2-4658DB7F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10642-F60A-41B2-A559-6BCDA5E3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9564-8805-41F0-8FA2-B91878EF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8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649B-5440-4FBB-8D52-86560DB7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FAAE-9D4B-488A-84DE-F9B7B40E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B9E0D-CB4E-45BC-9342-2685552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038D-F12D-477B-9032-BEE3CED0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8A08-E66A-4DC9-9A66-8A7AF89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D09C-476B-4B3C-BFA4-8DA21A32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C82DB-9B98-49CC-A555-BFCF47EE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FC01-B0A6-4A7B-B9F2-D6A9CDBE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F5AC-0481-46E6-9DF4-FDF8C28F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C3B7-0110-4B1B-A36A-0C507C18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36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B1F9-EB81-48BC-9509-A46CE288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54F5F-7B97-4AE1-8C8C-6DDE59931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105FE-F84E-476C-AA3E-3ACEA5192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B2D7D-8F2A-4542-809C-ABD2679A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6495-04D3-412A-B6A9-B0F377C6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832D1-4D1F-4A6D-AD92-C331278A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2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67D-4932-46DB-ADD0-78843BAF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0D7F-5AA1-4453-910D-9A76D79CB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533F1-277C-4E07-8AED-05200D4D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560CD-AE08-4482-8420-4C30736D0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9AE45-A8AB-4C40-A840-D78F56E60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FC0E6-84D8-4A50-BEBD-CF5D19AF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4D531-1AFE-40F4-B407-A13D38E5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9A13C-F3B2-4536-8721-FAB18E56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38B2-7E66-46D2-B90B-4ACCBC66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BC10-AC2C-44C4-BB8A-96BF1948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3D4D6-9AA0-4487-83AA-68EA43B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05848-1F85-45FF-B0BC-4D0BA27C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2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D4D18-C07E-4A35-A2FD-AF3660E9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251B9-692D-4BE0-BAF1-99171EC3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E1108-801C-468F-8B19-6B581BC1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3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412B-48AF-409B-8357-2EE7CBBE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B46A-9741-43DE-A239-502DF858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8FA1-3FBE-49C1-9108-F9557EE74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8935-1423-43BE-B58A-36EE0905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7432-8FD6-48D6-A782-B5FD451E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8922-295E-443F-94AA-DE04B077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1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F4CF-55BA-44B7-B5C1-6AABBEE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804C6-94F5-4D5B-8DFD-4C01987A5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4586-57E1-4731-AB5B-330E0EC4C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7832B-C40F-4E1F-ABB3-BB36A394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947CF-39CE-409F-BB68-7352DFD9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BF2E-806C-4B7F-9063-3F1E0C91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1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2159-3716-4F83-81C9-5BD08B1F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BA662-CCE1-41C4-BF91-B2CB5FC59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D8A99-AD56-4CA5-B9A0-FEAF607E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5B1E-135D-48A4-A7D1-D36BF67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67079-262E-4207-A65E-7FEB6D46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1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C3810-0CAF-41C0-8AEB-61F991B90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B3C37-946E-469E-BF32-9A3172EB9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1361-B290-45F7-89D0-EC2684F6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217D-811E-4E1E-8334-38008E6F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01B6-3214-4BB6-9D55-08159A26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9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1FB5-9B19-4006-BF79-43AAE4B2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79293-3335-415D-96FF-6F152862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02B98-AB1D-47C8-BA11-5D17054C1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658C-45DA-453C-8046-7731F20C314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71B4-FC6F-40AF-BC00-01976BC4E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785E-8303-4660-BD55-D6594DE10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2C9EE-F42D-45DD-BECE-E7B06F786BC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287664-7564-46A5-A87F-F1F1AB30D4BA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3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A07744-8DF5-4FE8-2220-7DE91D64F72E}"/>
              </a:ext>
            </a:extLst>
          </p:cNvPr>
          <p:cNvSpPr txBox="1"/>
          <p:nvPr/>
        </p:nvSpPr>
        <p:spPr>
          <a:xfrm>
            <a:off x="6057900" y="2037607"/>
            <a:ext cx="6134100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URL {</a:t>
            </a:r>
          </a:p>
          <a:p>
            <a:r>
              <a:rPr lang="en-IN" dirty="0"/>
              <a:t>  </a:t>
            </a:r>
            <a:r>
              <a:rPr lang="en-IN" dirty="0" err="1"/>
              <a:t>href</a:t>
            </a:r>
            <a:r>
              <a:rPr lang="en-IN" dirty="0"/>
              <a:t>: 'http://localhost:8080/</a:t>
            </a:r>
            <a:r>
              <a:rPr lang="en-IN" dirty="0" err="1"/>
              <a:t>default.htm?year</a:t>
            </a:r>
            <a:r>
              <a:rPr lang="en-IN" dirty="0"/>
              <a:t>=2017&amp;month=</a:t>
            </a:r>
            <a:r>
              <a:rPr lang="en-IN" dirty="0" err="1"/>
              <a:t>february</a:t>
            </a:r>
            <a:r>
              <a:rPr lang="en-IN" dirty="0"/>
              <a:t>',</a:t>
            </a:r>
          </a:p>
          <a:p>
            <a:r>
              <a:rPr lang="en-IN" dirty="0"/>
              <a:t>  origin: 'http://localhost:8080',</a:t>
            </a:r>
          </a:p>
          <a:p>
            <a:r>
              <a:rPr lang="en-IN" dirty="0"/>
              <a:t>  protocol: 'http:',</a:t>
            </a:r>
          </a:p>
          <a:p>
            <a:r>
              <a:rPr lang="en-IN" dirty="0"/>
              <a:t>  username: '',</a:t>
            </a:r>
          </a:p>
          <a:p>
            <a:r>
              <a:rPr lang="en-IN" dirty="0"/>
              <a:t>  password: '',</a:t>
            </a:r>
          </a:p>
          <a:p>
            <a:r>
              <a:rPr lang="en-IN" dirty="0"/>
              <a:t>  host: 'localhost:8080',</a:t>
            </a:r>
          </a:p>
          <a:p>
            <a:r>
              <a:rPr lang="en-IN" dirty="0"/>
              <a:t>  hostname: 'localhost',</a:t>
            </a:r>
          </a:p>
          <a:p>
            <a:r>
              <a:rPr lang="en-IN" dirty="0"/>
              <a:t>  port: '8080',</a:t>
            </a:r>
          </a:p>
          <a:p>
            <a:r>
              <a:rPr lang="en-IN" dirty="0"/>
              <a:t>  pathname: '/default.htm',</a:t>
            </a:r>
          </a:p>
          <a:p>
            <a:r>
              <a:rPr lang="en-IN" dirty="0"/>
              <a:t>  search: '?year=2017&amp;month=</a:t>
            </a:r>
            <a:r>
              <a:rPr lang="en-IN" dirty="0" err="1"/>
              <a:t>february</a:t>
            </a:r>
            <a:r>
              <a:rPr lang="en-IN" dirty="0"/>
              <a:t>',</a:t>
            </a:r>
          </a:p>
          <a:p>
            <a:r>
              <a:rPr lang="en-IN" dirty="0"/>
              <a:t>  </a:t>
            </a:r>
            <a:r>
              <a:rPr lang="en-IN" dirty="0" err="1"/>
              <a:t>searchParams</a:t>
            </a:r>
            <a:r>
              <a:rPr lang="en-IN" dirty="0"/>
              <a:t>: </a:t>
            </a:r>
            <a:r>
              <a:rPr lang="en-IN" dirty="0" err="1"/>
              <a:t>URLSearchParams</a:t>
            </a:r>
            <a:r>
              <a:rPr lang="en-IN" dirty="0"/>
              <a:t> { 'year' =&gt; '2017', 'month' =&gt; '</a:t>
            </a:r>
            <a:r>
              <a:rPr lang="en-IN" dirty="0" err="1"/>
              <a:t>february</a:t>
            </a:r>
            <a:r>
              <a:rPr lang="en-IN" dirty="0"/>
              <a:t>' },</a:t>
            </a:r>
          </a:p>
          <a:p>
            <a:r>
              <a:rPr lang="en-IN" dirty="0"/>
              <a:t>  hash: ''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70CC6-71C8-89FE-5597-5AC0841BC9CA}"/>
              </a:ext>
            </a:extLst>
          </p:cNvPr>
          <p:cNvSpPr txBox="1"/>
          <p:nvPr/>
        </p:nvSpPr>
        <p:spPr>
          <a:xfrm>
            <a:off x="152400" y="569942"/>
            <a:ext cx="969221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'http://localhost:8080/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default.htm?year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=2017&amp;month=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'http://localhost:8080'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   '/default.htm’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   '?year=2017&amp;month=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’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searchParams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   an   object: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//{ year: 2017, month: '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’ }</a:t>
            </a: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   '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'year’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   '2017'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1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2FBE-6296-4277-B98E-2007F951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7" y="-83607"/>
            <a:ext cx="10151533" cy="566208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Node.js File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6EEA-2BA3-4032-9C07-2F3D91371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" y="770467"/>
            <a:ext cx="11557000" cy="362342"/>
          </a:xfrm>
        </p:spPr>
        <p:txBody>
          <a:bodyPr>
            <a:norm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Create two html files and save them in the same folder as your node.js files. 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3A927-7E57-46CA-BBAE-B8F082F347C3}"/>
              </a:ext>
            </a:extLst>
          </p:cNvPr>
          <p:cNvSpPr txBox="1"/>
          <p:nvPr/>
        </p:nvSpPr>
        <p:spPr>
          <a:xfrm>
            <a:off x="143933" y="4588007"/>
            <a:ext cx="41825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and Angular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A534B-37DD-4EDE-85C0-359E383ED0A3}"/>
              </a:ext>
            </a:extLst>
          </p:cNvPr>
          <p:cNvSpPr txBox="1"/>
          <p:nvPr/>
        </p:nvSpPr>
        <p:spPr>
          <a:xfrm>
            <a:off x="135468" y="1322274"/>
            <a:ext cx="3251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E-DAC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1" dirty="0"/>
              <a:t>/02dac.html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F1723-A01B-4683-975E-23E3A3AC5F71}"/>
              </a:ext>
            </a:extLst>
          </p:cNvPr>
          <p:cNvSpPr txBox="1"/>
          <p:nvPr/>
        </p:nvSpPr>
        <p:spPr>
          <a:xfrm>
            <a:off x="4859867" y="952942"/>
            <a:ext cx="733213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fs'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createServer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//./02dac.html</a:t>
            </a: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"404    Not    Found"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"server started"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769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DD47-798D-44FE-8E0A-99DE6EF0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run above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D299-CC5D-4844-9A9B-290D77BD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74872" cy="467654"/>
          </a:xfrm>
        </p:spPr>
        <p:txBody>
          <a:bodyPr>
            <a:noAutofit/>
          </a:bodyPr>
          <a:lstStyle/>
          <a:p>
            <a:r>
              <a:rPr lang="en-IN" dirty="0"/>
              <a:t>In browser type: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D6CA9-9F26-4A7A-A899-3B1C483CB0D2}"/>
              </a:ext>
            </a:extLst>
          </p:cNvPr>
          <p:cNvSpPr txBox="1"/>
          <p:nvPr/>
        </p:nvSpPr>
        <p:spPr>
          <a:xfrm>
            <a:off x="4078543" y="1825625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http://localhost:8080/02dac.html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027F2-99C8-4B46-92FD-2ADBDD1C5772}"/>
              </a:ext>
            </a:extLst>
          </p:cNvPr>
          <p:cNvSpPr txBox="1"/>
          <p:nvPr/>
        </p:nvSpPr>
        <p:spPr>
          <a:xfrm>
            <a:off x="1061884" y="1406013"/>
            <a:ext cx="617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 </a:t>
            </a:r>
            <a:r>
              <a:rPr lang="en-IN" sz="2800" dirty="0" err="1"/>
              <a:t>cmd</a:t>
            </a:r>
            <a:r>
              <a:rPr lang="en-IN" sz="2800" dirty="0"/>
              <a:t> type:  node </a:t>
            </a:r>
            <a:r>
              <a:rPr lang="en-IN" sz="2800" dirty="0" err="1"/>
              <a:t>serverfilename</a:t>
            </a:r>
            <a:r>
              <a:rPr lang="en-IN" sz="2800" dirty="0"/>
              <a:t> </a:t>
            </a:r>
            <a:r>
              <a:rPr lang="en-IN" sz="2800" dirty="0" err="1"/>
              <a:t>ie</a:t>
            </a:r>
            <a:r>
              <a:rPr lang="en-IN" sz="2800" dirty="0"/>
              <a:t> .</a:t>
            </a:r>
            <a:r>
              <a:rPr lang="en-IN" sz="2800" dirty="0" err="1"/>
              <a:t>js</a:t>
            </a:r>
            <a:r>
              <a:rPr lang="en-IN" sz="2800" dirty="0"/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59F3C-D76D-40E3-B61E-45894BE14EB4}"/>
              </a:ext>
            </a:extLst>
          </p:cNvPr>
          <p:cNvSpPr txBox="1"/>
          <p:nvPr/>
        </p:nvSpPr>
        <p:spPr>
          <a:xfrm>
            <a:off x="3896646" y="2731576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http://localhost:8080/02Edac.html</a:t>
            </a:r>
          </a:p>
        </p:txBody>
      </p:sp>
    </p:spTree>
    <p:extLst>
      <p:ext uri="{BB962C8B-B14F-4D97-AF65-F5344CB8AC3E}">
        <p14:creationId xmlns:p14="http://schemas.microsoft.com/office/powerpoint/2010/main" val="92365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546</Words>
  <Application>Microsoft Office PowerPoint</Application>
  <PresentationFormat>Widescreen</PresentationFormat>
  <Paragraphs>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Cambria</vt:lpstr>
      <vt:lpstr>Consolas</vt:lpstr>
      <vt:lpstr>Garamond</vt:lpstr>
      <vt:lpstr>Segoe UI</vt:lpstr>
      <vt:lpstr>Verdana</vt:lpstr>
      <vt:lpstr>Office Theme</vt:lpstr>
      <vt:lpstr>PowerPoint Presentation</vt:lpstr>
      <vt:lpstr>PowerPoint Presentation</vt:lpstr>
      <vt:lpstr>Node.js File Server</vt:lpstr>
      <vt:lpstr>How to run above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73</cp:revision>
  <dcterms:created xsi:type="dcterms:W3CDTF">2020-12-02T14:02:37Z</dcterms:created>
  <dcterms:modified xsi:type="dcterms:W3CDTF">2026-09-24T06:26:04Z</dcterms:modified>
</cp:coreProperties>
</file>