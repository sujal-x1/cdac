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E79AA-7DB2-4E22-9DB9-1DFD80A27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125A2-81D8-48D9-A4D4-762E76A11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F41CC-7373-4202-80E9-781D3442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4E508-A7D7-48F7-AA83-967A083B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82D8E-5C7A-400C-87B1-F36EC0BE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41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8276-87E5-41E9-B38C-4C620DA2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85A2B-1D3C-4DF8-BF9A-B8879BBBF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61C5A-01FF-47D6-881A-F530B51D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15029-464E-4C68-A311-1AB713E59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2286F-B770-4CBC-9A20-E0B83E5E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0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D722-374F-4E12-A5AA-B9666F37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2E163-600C-418A-ACBE-B44E13E8B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BAE46-3447-4D09-B3ED-F5401DDF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91CE6-143A-463E-AECE-C349F97A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8D3F5-F204-43F2-B1E4-ACD84E7E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2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2BE08-92E1-4B5D-9E99-A0C0AAC5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5F4F-3C28-47D1-BED5-8ADA89340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5FE2-F6BE-4D2A-BBDD-0E36DD31A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181-871A-49B5-AC2D-0DCC9E52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B6C27-6DB1-43C1-A70C-BDBF5A59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FC8D-07E3-4653-8043-3619F6DC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16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55E5-0A61-43AA-BC1C-939A3587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63860-A6E6-45DF-B060-6D50E3AC9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DDF13-3E79-4BED-BDC6-89C59873D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2395D-B0E7-460D-855C-BB680480B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203D23-023E-4AC4-A344-8BDCFC3AA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D23E0-3C96-48DB-8181-59697EA8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17CF6A-4942-4728-B7ED-A17A6EB4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130C65-E289-4C45-97DA-C56A5975F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2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FC42-11F8-45C6-9C26-8257048E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5D5B2D-F22C-40CE-BA70-08249671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EDC11-7751-41EF-8597-BEB295D9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11D39-4738-42E3-A87F-53C2E982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38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8C9DD-A4A0-4C5E-8B00-A44F65C4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337FE-119A-4DB9-B6DE-0283F60B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8C703-1142-4EC7-B5B2-C4C2CD21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05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D7FA-65E3-421A-B992-B629D3569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BB33E-87E7-4865-A99D-DD0A8B56D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9C521-E7D8-436D-8CB1-FDF8CD052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EBEC6-0AE1-45B0-A83D-3875AE77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D5F76-6BDE-4A06-B8B8-F3F0A3A0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EA2E6-F7B7-49D5-83CF-2B883C28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23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B3867-4B2E-495C-BEB2-97D4995B5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6FF83C-FA49-4FFC-BD34-43AA12EC3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E11CF-FF0E-457F-A636-CB699E226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FCB39-DCD5-4067-A6EE-EA86C9C7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727EA-7636-40E0-8F79-9B521BE1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E3A76-C622-4AD4-BD45-02B6AC9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56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1C6D-D331-4574-A295-DABD017E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FD89B-8285-4DA7-93A8-EDA72D91C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B95E3-BA4F-48F1-AE90-05ED1BBA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F4A06-8165-4D2D-A982-C4A9534A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95065-794D-4A01-9B48-DA734075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678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922A6-8E3F-49F0-B0B3-C4018BCF8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47A00-48AD-4CAC-8F30-08D650339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D60D0-1118-4969-A999-BC8DA18A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57BD6-E0A6-4149-8DDB-4E8940E5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1E6E8-8992-45B4-AA42-AD0F304A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56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5DA15A-4ED9-4487-A195-CE960142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89064-A8EF-4C32-8E87-C422ED558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A1D0C-B70F-4649-9CBC-EFF65B194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1A9AD-BE8B-4CE7-90FD-75C1A9B9426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F4856-151A-4CA2-ACA3-75BDA4C84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0B48E-BB63-4E2B-97CE-02960B1C8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D8442-60F6-4727-BC60-400453F8263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10D0AB-C3B8-479C-8CD1-51DCD8AC6C4B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11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534-9536-4E89-A203-1608F268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812" y="0"/>
            <a:ext cx="10400071" cy="745920"/>
          </a:xfrm>
        </p:spPr>
        <p:txBody>
          <a:bodyPr>
            <a:normAutofit/>
          </a:bodyPr>
          <a:lstStyle/>
          <a:p>
            <a:r>
              <a:rPr lang="en-IN" b="0" i="0" dirty="0">
                <a:effectLst/>
                <a:latin typeface="Arial" panose="020B0604020202020204" pitchFamily="34" charset="0"/>
              </a:rPr>
              <a:t>RESTful Web Services :</a:t>
            </a:r>
            <a:r>
              <a:rPr lang="en-IN" sz="3200" i="0" dirty="0" err="1">
                <a:effectLst/>
                <a:latin typeface="Arial" panose="020B0604020202020204" pitchFamily="34" charset="0"/>
              </a:rPr>
              <a:t>users.json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B2E8A-15DE-44EF-9576-033B367C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6" y="1078372"/>
            <a:ext cx="4943168" cy="50274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"user1": {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"name": "</a:t>
            </a:r>
            <a:r>
              <a:rPr lang="en-IN" sz="1800" dirty="0" err="1">
                <a:latin typeface="Garamond" panose="02020404030301010803" pitchFamily="18" charset="0"/>
              </a:rPr>
              <a:t>mahesh</a:t>
            </a:r>
            <a:r>
              <a:rPr lang="en-IN" sz="1800" dirty="0">
                <a:latin typeface="Garamond" panose="02020404030301010803" pitchFamily="18" charset="0"/>
              </a:rPr>
              <a:t>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"password": "password1",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"profession": "teacher",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"id": 1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},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"user2": {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"name": "</a:t>
            </a:r>
            <a:r>
              <a:rPr lang="en-IN" sz="1800" dirty="0" err="1">
                <a:latin typeface="Garamond" panose="02020404030301010803" pitchFamily="18" charset="0"/>
              </a:rPr>
              <a:t>suresh</a:t>
            </a:r>
            <a:r>
              <a:rPr lang="en-IN" sz="1800" dirty="0">
                <a:latin typeface="Garamond" panose="02020404030301010803" pitchFamily="18" charset="0"/>
              </a:rPr>
              <a:t>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"password": "password2",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"profession": "librarian",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"id": 2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},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10B4C-3205-4E3F-9364-AEE12988342E}"/>
              </a:ext>
            </a:extLst>
          </p:cNvPr>
          <p:cNvSpPr txBox="1"/>
          <p:nvPr/>
        </p:nvSpPr>
        <p:spPr>
          <a:xfrm>
            <a:off x="5810865" y="2199249"/>
            <a:ext cx="61353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"user3": {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"name": "</a:t>
            </a:r>
            <a:r>
              <a:rPr lang="en-IN" sz="1800" dirty="0" err="1">
                <a:latin typeface="Garamond" panose="02020404030301010803" pitchFamily="18" charset="0"/>
              </a:rPr>
              <a:t>ramesh</a:t>
            </a:r>
            <a:r>
              <a:rPr lang="en-IN" sz="1800" dirty="0">
                <a:latin typeface="Garamond" panose="02020404030301010803" pitchFamily="18" charset="0"/>
              </a:rPr>
              <a:t>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"password": "password3",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"profession": "clerk",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"id": 3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}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}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E4B77E-FB56-4957-946D-E489C6465418}"/>
              </a:ext>
            </a:extLst>
          </p:cNvPr>
          <p:cNvCxnSpPr/>
          <p:nvPr/>
        </p:nvCxnSpPr>
        <p:spPr>
          <a:xfrm flipH="1">
            <a:off x="7374194" y="619432"/>
            <a:ext cx="953729" cy="458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504506-062C-4E4E-9B1A-741D52466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2005484"/>
              </p:ext>
            </p:extLst>
          </p:nvPr>
        </p:nvGraphicFramePr>
        <p:xfrm>
          <a:off x="540775" y="1783019"/>
          <a:ext cx="8222655" cy="4351337"/>
        </p:xfrm>
        <a:graphic>
          <a:graphicData uri="http://schemas.openxmlformats.org/drawingml/2006/table">
            <a:tbl>
              <a:tblPr/>
              <a:tblGrid>
                <a:gridCol w="1644531">
                  <a:extLst>
                    <a:ext uri="{9D8B030D-6E8A-4147-A177-3AD203B41FA5}">
                      <a16:colId xmlns:a16="http://schemas.microsoft.com/office/drawing/2014/main" val="1219509750"/>
                    </a:ext>
                  </a:extLst>
                </a:gridCol>
                <a:gridCol w="1644531">
                  <a:extLst>
                    <a:ext uri="{9D8B030D-6E8A-4147-A177-3AD203B41FA5}">
                      <a16:colId xmlns:a16="http://schemas.microsoft.com/office/drawing/2014/main" val="1986091452"/>
                    </a:ext>
                  </a:extLst>
                </a:gridCol>
                <a:gridCol w="1644531">
                  <a:extLst>
                    <a:ext uri="{9D8B030D-6E8A-4147-A177-3AD203B41FA5}">
                      <a16:colId xmlns:a16="http://schemas.microsoft.com/office/drawing/2014/main" val="2583375373"/>
                    </a:ext>
                  </a:extLst>
                </a:gridCol>
                <a:gridCol w="1644531">
                  <a:extLst>
                    <a:ext uri="{9D8B030D-6E8A-4147-A177-3AD203B41FA5}">
                      <a16:colId xmlns:a16="http://schemas.microsoft.com/office/drawing/2014/main" val="1726647217"/>
                    </a:ext>
                  </a:extLst>
                </a:gridCol>
                <a:gridCol w="1644531">
                  <a:extLst>
                    <a:ext uri="{9D8B030D-6E8A-4147-A177-3AD203B41FA5}">
                      <a16:colId xmlns:a16="http://schemas.microsoft.com/office/drawing/2014/main" val="3937882920"/>
                    </a:ext>
                  </a:extLst>
                </a:gridCol>
              </a:tblGrid>
              <a:tr h="65568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Sr.No.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URI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HTTP Method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POST body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Result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59893"/>
                  </a:ext>
                </a:extLst>
              </a:tr>
              <a:tr h="923914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1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listUsers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GET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empty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Show list of all the users.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224735"/>
                  </a:ext>
                </a:extLst>
              </a:tr>
              <a:tr h="923914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2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addUser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POST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JSON String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Add details of new user.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626967"/>
                  </a:ext>
                </a:extLst>
              </a:tr>
              <a:tr h="923914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3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deleteUser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DELETE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JSON String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Delete an existing user.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379863"/>
                  </a:ext>
                </a:extLst>
              </a:tr>
              <a:tr h="923914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4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:id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GET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empty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Show details of a user.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91559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04E8D7C-8EA0-45DB-AB94-920AAE7D6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2231" y="209298"/>
            <a:ext cx="830275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Based on this information we are going to provide following RESTful APIs.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60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D7D6-9D74-432F-99CD-57A97929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542" y="365125"/>
            <a:ext cx="10213258" cy="627933"/>
          </a:xfrm>
        </p:spPr>
        <p:txBody>
          <a:bodyPr>
            <a:normAutofit fontScale="90000"/>
          </a:bodyPr>
          <a:lstStyle/>
          <a:p>
            <a:r>
              <a:rPr lang="en-IN" dirty="0"/>
              <a:t>Get all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D8397-704D-4B4D-8E8E-6E7F4FA04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4" y="993058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listUsers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users.json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'utf8'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});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8081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 app listening at http://%s:%s"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CFE46-7759-4217-B6B8-BCA8B551BCAC}"/>
              </a:ext>
            </a:extLst>
          </p:cNvPr>
          <p:cNvSpPr txBox="1"/>
          <p:nvPr/>
        </p:nvSpPr>
        <p:spPr>
          <a:xfrm>
            <a:off x="5218472" y="155852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 in </a:t>
            </a:r>
            <a:r>
              <a:rPr lang="en-IN" dirty="0" err="1"/>
              <a:t>url</a:t>
            </a:r>
            <a:r>
              <a:rPr lang="en-IN" dirty="0"/>
              <a:t>  :http://127.0.0.1:8081/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listUsers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826954-C0BC-4F57-A248-1F1F5291DCC4}"/>
              </a:ext>
            </a:extLst>
          </p:cNvPr>
          <p:cNvCxnSpPr/>
          <p:nvPr/>
        </p:nvCxnSpPr>
        <p:spPr>
          <a:xfrm flipH="1">
            <a:off x="2241755" y="365125"/>
            <a:ext cx="7059561" cy="1630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37A22BE-6CE7-4EC9-4358-6D75D202BAB5}"/>
              </a:ext>
            </a:extLst>
          </p:cNvPr>
          <p:cNvSpPr txBox="1"/>
          <p:nvPr/>
        </p:nvSpPr>
        <p:spPr>
          <a:xfrm>
            <a:off x="5680588" y="5040331"/>
            <a:ext cx="61353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Garamond" panose="02020404030301010803"/>
              </a:rPr>
              <a:t>__</a:t>
            </a:r>
            <a:r>
              <a:rPr lang="en-US" dirty="0" err="1">
                <a:solidFill>
                  <a:prstClr val="black"/>
                </a:solidFill>
                <a:latin typeface="Garamond" panose="02020404030301010803"/>
              </a:rPr>
              <a:t>dirname</a:t>
            </a:r>
            <a:r>
              <a:rPr lang="en-US" dirty="0">
                <a:solidFill>
                  <a:prstClr val="black"/>
                </a:solidFill>
                <a:latin typeface="Garamond" panose="02020404030301010803"/>
              </a:rPr>
              <a:t> is an environment variable that tells you the absolute path of the directory containing the currently executing file.</a:t>
            </a:r>
          </a:p>
          <a:p>
            <a:endParaRPr lang="en-US" dirty="0">
              <a:solidFill>
                <a:prstClr val="black"/>
              </a:solidFill>
              <a:latin typeface="Garamond" panose="02020404030301010803"/>
            </a:endParaRPr>
          </a:p>
          <a:p>
            <a:endParaRPr lang="en-US" dirty="0">
              <a:solidFill>
                <a:prstClr val="black"/>
              </a:solidFill>
              <a:latin typeface="Garamond" panose="02020404030301010803"/>
            </a:endParaRPr>
          </a:p>
          <a:p>
            <a:r>
              <a:rPr lang="en-US" dirty="0">
                <a:solidFill>
                  <a:prstClr val="black"/>
                </a:solidFill>
                <a:latin typeface="Garamond" panose="02020404030301010803"/>
              </a:rPr>
              <a:t> The __</a:t>
            </a:r>
            <a:r>
              <a:rPr lang="en-US" dirty="0" err="1">
                <a:solidFill>
                  <a:prstClr val="black"/>
                </a:solidFill>
                <a:latin typeface="Garamond" panose="02020404030301010803"/>
              </a:rPr>
              <a:t>dirname</a:t>
            </a:r>
            <a:r>
              <a:rPr lang="en-US" dirty="0">
                <a:solidFill>
                  <a:prstClr val="black"/>
                </a:solidFill>
                <a:latin typeface="Garamond" panose="02020404030301010803"/>
              </a:rPr>
              <a:t> variable always returns the absolute path of where your files live.</a:t>
            </a:r>
          </a:p>
          <a:p>
            <a:endParaRPr lang="en-IN" dirty="0">
              <a:solidFill>
                <a:prstClr val="black"/>
              </a:solidFill>
              <a:latin typeface="Garamond" panose="02020404030301010803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4AA9E-0315-C5EA-8DB0-6C9779B224C4}"/>
              </a:ext>
            </a:extLst>
          </p:cNvPr>
          <p:cNvSpPr txBox="1"/>
          <p:nvPr/>
        </p:nvSpPr>
        <p:spPr>
          <a:xfrm>
            <a:off x="923827" y="5542961"/>
            <a:ext cx="4138367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Install</a:t>
            </a:r>
          </a:p>
          <a:p>
            <a:r>
              <a:rPr lang="en-US" dirty="0" err="1"/>
              <a:t>npm</a:t>
            </a:r>
            <a:r>
              <a:rPr lang="en-US" dirty="0"/>
              <a:t> install express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574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1A96-A0C3-4D47-9B71-71282E2FF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476" y="0"/>
            <a:ext cx="10006781" cy="681037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effectLst/>
                <a:latin typeface="Arial" panose="020B0604020202020204" pitchFamily="34" charset="0"/>
              </a:rPr>
              <a:t>Show Detail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92F99-2A77-4BC2-9582-CFD55FA7D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825910"/>
            <a:ext cx="11039168" cy="53510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'/:id'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First read existing users.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users.json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'utf8'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});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8081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 app listening at http://%s:%s"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CFDCC-B808-4A2D-A745-44B3091D5443}"/>
              </a:ext>
            </a:extLst>
          </p:cNvPr>
          <p:cNvSpPr txBox="1"/>
          <p:nvPr/>
        </p:nvSpPr>
        <p:spPr>
          <a:xfrm>
            <a:off x="5218472" y="155852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 in </a:t>
            </a:r>
            <a:r>
              <a:rPr lang="en-IN" dirty="0" err="1"/>
              <a:t>url</a:t>
            </a:r>
            <a:r>
              <a:rPr lang="en-IN" dirty="0"/>
              <a:t>  :http://127.0.0.1:8081/2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EFC119-1710-4052-BC17-2C2C55A3C7F2}"/>
              </a:ext>
            </a:extLst>
          </p:cNvPr>
          <p:cNvCxnSpPr>
            <a:cxnSpLocks/>
          </p:cNvCxnSpPr>
          <p:nvPr/>
        </p:nvCxnSpPr>
        <p:spPr>
          <a:xfrm flipH="1">
            <a:off x="1622323" y="393290"/>
            <a:ext cx="7010400" cy="1455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D6A45E1-C4B3-4D22-A798-E3E007475F0D}"/>
              </a:ext>
            </a:extLst>
          </p:cNvPr>
          <p:cNvSpPr/>
          <p:nvPr/>
        </p:nvSpPr>
        <p:spPr>
          <a:xfrm>
            <a:off x="6400799" y="3429000"/>
            <a:ext cx="894735" cy="808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CF987E-90AB-4BC1-AAAA-60C36219C17E}"/>
              </a:ext>
            </a:extLst>
          </p:cNvPr>
          <p:cNvCxnSpPr>
            <a:stCxn id="8" idx="3"/>
          </p:cNvCxnSpPr>
          <p:nvPr/>
        </p:nvCxnSpPr>
        <p:spPr>
          <a:xfrm flipV="1">
            <a:off x="7295534" y="3569110"/>
            <a:ext cx="1101214" cy="264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17A76-462D-47D0-A958-E17D9771903C}"/>
              </a:ext>
            </a:extLst>
          </p:cNvPr>
          <p:cNvSpPr/>
          <p:nvPr/>
        </p:nvSpPr>
        <p:spPr>
          <a:xfrm>
            <a:off x="8358402" y="2538376"/>
            <a:ext cx="1248697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271B4A-23FD-429D-9904-33F82097B189}"/>
              </a:ext>
            </a:extLst>
          </p:cNvPr>
          <p:cNvSpPr/>
          <p:nvPr/>
        </p:nvSpPr>
        <p:spPr>
          <a:xfrm>
            <a:off x="10455379" y="1964300"/>
            <a:ext cx="1281878" cy="895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91FF0A-62D6-4EEA-8D44-F08C172CB915}"/>
              </a:ext>
            </a:extLst>
          </p:cNvPr>
          <p:cNvSpPr/>
          <p:nvPr/>
        </p:nvSpPr>
        <p:spPr>
          <a:xfrm>
            <a:off x="10401300" y="3429000"/>
            <a:ext cx="1281877" cy="895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BE82C4-874D-4139-9B22-32B318A848C7}"/>
              </a:ext>
            </a:extLst>
          </p:cNvPr>
          <p:cNvSpPr/>
          <p:nvPr/>
        </p:nvSpPr>
        <p:spPr>
          <a:xfrm>
            <a:off x="10154263" y="4428203"/>
            <a:ext cx="1528913" cy="895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0C7FF0-28A2-4EB8-A6FC-B8E209D9C63F}"/>
              </a:ext>
            </a:extLst>
          </p:cNvPr>
          <p:cNvSpPr/>
          <p:nvPr/>
        </p:nvSpPr>
        <p:spPr>
          <a:xfrm>
            <a:off x="8883448" y="3145170"/>
            <a:ext cx="506358" cy="3515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latin typeface="Garamond" panose="02020404030301010803" pitchFamily="18" charset="0"/>
              </a:rPr>
              <a:t>user1</a:t>
            </a:r>
            <a:endParaRPr lang="en-IN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50A1E8-EECF-4F93-976C-4F4497E6BBF9}"/>
              </a:ext>
            </a:extLst>
          </p:cNvPr>
          <p:cNvSpPr/>
          <p:nvPr/>
        </p:nvSpPr>
        <p:spPr>
          <a:xfrm>
            <a:off x="8536857" y="3544530"/>
            <a:ext cx="641554" cy="3515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latin typeface="Garamond" panose="02020404030301010803" pitchFamily="18" charset="0"/>
              </a:rPr>
              <a:t>user2</a:t>
            </a:r>
            <a:endParaRPr lang="en-IN" sz="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7FED1-9680-4BE8-893B-D2B312109370}"/>
              </a:ext>
            </a:extLst>
          </p:cNvPr>
          <p:cNvSpPr/>
          <p:nvPr/>
        </p:nvSpPr>
        <p:spPr>
          <a:xfrm>
            <a:off x="8873612" y="4112343"/>
            <a:ext cx="294968" cy="3515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95CEAB-C3CB-4832-861C-DEE96194F060}"/>
              </a:ext>
            </a:extLst>
          </p:cNvPr>
          <p:cNvCxnSpPr/>
          <p:nvPr/>
        </p:nvCxnSpPr>
        <p:spPr>
          <a:xfrm flipV="1">
            <a:off x="9168580" y="2667154"/>
            <a:ext cx="1183558" cy="630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39058A-C4F2-4591-A2E7-375012104BE3}"/>
              </a:ext>
            </a:extLst>
          </p:cNvPr>
          <p:cNvCxnSpPr>
            <a:cxnSpLocks/>
          </p:cNvCxnSpPr>
          <p:nvPr/>
        </p:nvCxnSpPr>
        <p:spPr>
          <a:xfrm flipV="1">
            <a:off x="9075177" y="3712640"/>
            <a:ext cx="1397409" cy="49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B211CF-E050-4A64-9CF0-FEA00E3CBF2B}"/>
              </a:ext>
            </a:extLst>
          </p:cNvPr>
          <p:cNvCxnSpPr>
            <a:cxnSpLocks/>
          </p:cNvCxnSpPr>
          <p:nvPr/>
        </p:nvCxnSpPr>
        <p:spPr>
          <a:xfrm>
            <a:off x="8976850" y="4370710"/>
            <a:ext cx="1401098" cy="284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6224BCC-8DC4-69B2-E460-4ECD45680B40}"/>
              </a:ext>
            </a:extLst>
          </p:cNvPr>
          <p:cNvSpPr/>
          <p:nvPr/>
        </p:nvSpPr>
        <p:spPr>
          <a:xfrm>
            <a:off x="8249389" y="2543302"/>
            <a:ext cx="608245" cy="877324"/>
          </a:xfrm>
          <a:custGeom>
            <a:avLst/>
            <a:gdLst>
              <a:gd name="connsiteX0" fmla="*/ 445457 w 445457"/>
              <a:gd name="connsiteY0" fmla="*/ 0 h 697583"/>
              <a:gd name="connsiteX1" fmla="*/ 436030 w 445457"/>
              <a:gd name="connsiteY1" fmla="*/ 47134 h 697583"/>
              <a:gd name="connsiteX2" fmla="*/ 370042 w 445457"/>
              <a:gd name="connsiteY2" fmla="*/ 292231 h 697583"/>
              <a:gd name="connsiteX3" fmla="*/ 209787 w 445457"/>
              <a:gd name="connsiteY3" fmla="*/ 377072 h 697583"/>
              <a:gd name="connsiteX4" fmla="*/ 58958 w 445457"/>
              <a:gd name="connsiteY4" fmla="*/ 414779 h 697583"/>
              <a:gd name="connsiteX5" fmla="*/ 49531 w 445457"/>
              <a:gd name="connsiteY5" fmla="*/ 311084 h 697583"/>
              <a:gd name="connsiteX6" fmla="*/ 162653 w 445457"/>
              <a:gd name="connsiteY6" fmla="*/ 348792 h 697583"/>
              <a:gd name="connsiteX7" fmla="*/ 228640 w 445457"/>
              <a:gd name="connsiteY7" fmla="*/ 414779 h 697583"/>
              <a:gd name="connsiteX8" fmla="*/ 256921 w 445457"/>
              <a:gd name="connsiteY8" fmla="*/ 480767 h 697583"/>
              <a:gd name="connsiteX9" fmla="*/ 294628 w 445457"/>
              <a:gd name="connsiteY9" fmla="*/ 575035 h 697583"/>
              <a:gd name="connsiteX10" fmla="*/ 351189 w 445457"/>
              <a:gd name="connsiteY10" fmla="*/ 669303 h 697583"/>
              <a:gd name="connsiteX11" fmla="*/ 370042 w 445457"/>
              <a:gd name="connsiteY11" fmla="*/ 697583 h 697583"/>
              <a:gd name="connsiteX12" fmla="*/ 398323 w 445457"/>
              <a:gd name="connsiteY12" fmla="*/ 697583 h 69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5457" h="697583">
                <a:moveTo>
                  <a:pt x="445457" y="0"/>
                </a:moveTo>
                <a:cubicBezTo>
                  <a:pt x="442315" y="15711"/>
                  <a:pt x="438017" y="31235"/>
                  <a:pt x="436030" y="47134"/>
                </a:cubicBezTo>
                <a:cubicBezTo>
                  <a:pt x="425901" y="128162"/>
                  <a:pt x="433797" y="225704"/>
                  <a:pt x="370042" y="292231"/>
                </a:cubicBezTo>
                <a:cubicBezTo>
                  <a:pt x="328222" y="335870"/>
                  <a:pt x="265342" y="353263"/>
                  <a:pt x="209787" y="377072"/>
                </a:cubicBezTo>
                <a:cubicBezTo>
                  <a:pt x="171878" y="393319"/>
                  <a:pt x="104890" y="405592"/>
                  <a:pt x="58958" y="414779"/>
                </a:cubicBezTo>
                <a:cubicBezTo>
                  <a:pt x="40298" y="402340"/>
                  <a:pt x="-58021" y="349495"/>
                  <a:pt x="49531" y="311084"/>
                </a:cubicBezTo>
                <a:cubicBezTo>
                  <a:pt x="86963" y="297716"/>
                  <a:pt x="124946" y="336223"/>
                  <a:pt x="162653" y="348792"/>
                </a:cubicBezTo>
                <a:cubicBezTo>
                  <a:pt x="184649" y="370788"/>
                  <a:pt x="216386" y="386188"/>
                  <a:pt x="228640" y="414779"/>
                </a:cubicBezTo>
                <a:cubicBezTo>
                  <a:pt x="238067" y="436775"/>
                  <a:pt x="248330" y="458431"/>
                  <a:pt x="256921" y="480767"/>
                </a:cubicBezTo>
                <a:cubicBezTo>
                  <a:pt x="279646" y="539852"/>
                  <a:pt x="267290" y="527195"/>
                  <a:pt x="294628" y="575035"/>
                </a:cubicBezTo>
                <a:cubicBezTo>
                  <a:pt x="312809" y="606852"/>
                  <a:pt x="331984" y="638094"/>
                  <a:pt x="351189" y="669303"/>
                </a:cubicBezTo>
                <a:cubicBezTo>
                  <a:pt x="357127" y="678952"/>
                  <a:pt x="358713" y="697583"/>
                  <a:pt x="370042" y="697583"/>
                </a:cubicBezTo>
                <a:lnTo>
                  <a:pt x="398323" y="697583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3EADB01-99BC-2D26-D536-311798FBE2FB}"/>
              </a:ext>
            </a:extLst>
          </p:cNvPr>
          <p:cNvSpPr/>
          <p:nvPr/>
        </p:nvSpPr>
        <p:spPr>
          <a:xfrm rot="10605048">
            <a:off x="9056186" y="4347535"/>
            <a:ext cx="608245" cy="1009369"/>
          </a:xfrm>
          <a:custGeom>
            <a:avLst/>
            <a:gdLst>
              <a:gd name="connsiteX0" fmla="*/ 445457 w 445457"/>
              <a:gd name="connsiteY0" fmla="*/ 0 h 697583"/>
              <a:gd name="connsiteX1" fmla="*/ 436030 w 445457"/>
              <a:gd name="connsiteY1" fmla="*/ 47134 h 697583"/>
              <a:gd name="connsiteX2" fmla="*/ 370042 w 445457"/>
              <a:gd name="connsiteY2" fmla="*/ 292231 h 697583"/>
              <a:gd name="connsiteX3" fmla="*/ 209787 w 445457"/>
              <a:gd name="connsiteY3" fmla="*/ 377072 h 697583"/>
              <a:gd name="connsiteX4" fmla="*/ 58958 w 445457"/>
              <a:gd name="connsiteY4" fmla="*/ 414779 h 697583"/>
              <a:gd name="connsiteX5" fmla="*/ 49531 w 445457"/>
              <a:gd name="connsiteY5" fmla="*/ 311084 h 697583"/>
              <a:gd name="connsiteX6" fmla="*/ 162653 w 445457"/>
              <a:gd name="connsiteY6" fmla="*/ 348792 h 697583"/>
              <a:gd name="connsiteX7" fmla="*/ 228640 w 445457"/>
              <a:gd name="connsiteY7" fmla="*/ 414779 h 697583"/>
              <a:gd name="connsiteX8" fmla="*/ 256921 w 445457"/>
              <a:gd name="connsiteY8" fmla="*/ 480767 h 697583"/>
              <a:gd name="connsiteX9" fmla="*/ 294628 w 445457"/>
              <a:gd name="connsiteY9" fmla="*/ 575035 h 697583"/>
              <a:gd name="connsiteX10" fmla="*/ 351189 w 445457"/>
              <a:gd name="connsiteY10" fmla="*/ 669303 h 697583"/>
              <a:gd name="connsiteX11" fmla="*/ 370042 w 445457"/>
              <a:gd name="connsiteY11" fmla="*/ 697583 h 697583"/>
              <a:gd name="connsiteX12" fmla="*/ 398323 w 445457"/>
              <a:gd name="connsiteY12" fmla="*/ 697583 h 69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5457" h="697583">
                <a:moveTo>
                  <a:pt x="445457" y="0"/>
                </a:moveTo>
                <a:cubicBezTo>
                  <a:pt x="442315" y="15711"/>
                  <a:pt x="438017" y="31235"/>
                  <a:pt x="436030" y="47134"/>
                </a:cubicBezTo>
                <a:cubicBezTo>
                  <a:pt x="425901" y="128162"/>
                  <a:pt x="433797" y="225704"/>
                  <a:pt x="370042" y="292231"/>
                </a:cubicBezTo>
                <a:cubicBezTo>
                  <a:pt x="328222" y="335870"/>
                  <a:pt x="265342" y="353263"/>
                  <a:pt x="209787" y="377072"/>
                </a:cubicBezTo>
                <a:cubicBezTo>
                  <a:pt x="171878" y="393319"/>
                  <a:pt x="104890" y="405592"/>
                  <a:pt x="58958" y="414779"/>
                </a:cubicBezTo>
                <a:cubicBezTo>
                  <a:pt x="40298" y="402340"/>
                  <a:pt x="-58021" y="349495"/>
                  <a:pt x="49531" y="311084"/>
                </a:cubicBezTo>
                <a:cubicBezTo>
                  <a:pt x="86963" y="297716"/>
                  <a:pt x="124946" y="336223"/>
                  <a:pt x="162653" y="348792"/>
                </a:cubicBezTo>
                <a:cubicBezTo>
                  <a:pt x="184649" y="370788"/>
                  <a:pt x="216386" y="386188"/>
                  <a:pt x="228640" y="414779"/>
                </a:cubicBezTo>
                <a:cubicBezTo>
                  <a:pt x="238067" y="436775"/>
                  <a:pt x="248330" y="458431"/>
                  <a:pt x="256921" y="480767"/>
                </a:cubicBezTo>
                <a:cubicBezTo>
                  <a:pt x="279646" y="539852"/>
                  <a:pt x="267290" y="527195"/>
                  <a:pt x="294628" y="575035"/>
                </a:cubicBezTo>
                <a:cubicBezTo>
                  <a:pt x="312809" y="606852"/>
                  <a:pt x="331984" y="638094"/>
                  <a:pt x="351189" y="669303"/>
                </a:cubicBezTo>
                <a:cubicBezTo>
                  <a:pt x="357127" y="678952"/>
                  <a:pt x="358713" y="697583"/>
                  <a:pt x="370042" y="697583"/>
                </a:cubicBezTo>
                <a:lnTo>
                  <a:pt x="398323" y="697583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24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569</Words>
  <Application>Microsoft Office PowerPoint</Application>
  <PresentationFormat>Widescreen</PresentationFormat>
  <Paragraphs>98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Consolas</vt:lpstr>
      <vt:lpstr>Garamond</vt:lpstr>
      <vt:lpstr>Office Theme</vt:lpstr>
      <vt:lpstr>PowerPoint Presentation</vt:lpstr>
      <vt:lpstr>RESTful Web Services :users.json</vt:lpstr>
      <vt:lpstr>PowerPoint Presentation</vt:lpstr>
      <vt:lpstr>Get all user</vt:lpstr>
      <vt:lpstr>Show Detail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13</cp:revision>
  <dcterms:created xsi:type="dcterms:W3CDTF">2020-12-04T06:40:27Z</dcterms:created>
  <dcterms:modified xsi:type="dcterms:W3CDTF">2026-03-18T05:16:04Z</dcterms:modified>
</cp:coreProperties>
</file>