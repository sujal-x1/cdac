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A0016-0FFA-B183-45D0-1803B9F6F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9FF34-DB66-EE58-E29D-F05809F97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91373-3FD6-73D5-CA9F-E30205F7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B83A-B2B1-4AE2-B56F-33E8B248618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6D05D-3C56-3E58-C40E-75D145532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2D4A3-08D4-2BF9-B9B3-F9596598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91F3-5520-4C9D-88E3-E48D904F1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96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33B0F-B0F0-836D-49C7-FD121A42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51F21-090C-9771-0314-AF5DE32AC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DF0D6-12CC-4041-752C-DC9CFE44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B83A-B2B1-4AE2-B56F-33E8B248618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B58E4-75C1-4277-5915-39D1077E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4C7CE-7917-7CD4-C582-5A9581DF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91F3-5520-4C9D-88E3-E48D904F1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643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5A019-730D-4B06-1C32-B7576AE4C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44D5E-61FC-B860-0D11-BF5CB99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AD0CA-9603-1769-BCEE-E46016C59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B83A-B2B1-4AE2-B56F-33E8B248618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899DB-07EC-E5DF-182D-7DC87E1B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D2974-401A-E393-1E83-E5429A5B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91F3-5520-4C9D-88E3-E48D904F1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818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1968-1CAA-605D-E529-A7E64B17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2A749-0AB0-3D4B-6EA0-E0429A91A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BCE29-EFB8-A5A0-BE8D-D94115B14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BBE67-440C-846E-50FD-E6E60086F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B83A-B2B1-4AE2-B56F-33E8B248618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D4E8C-BE51-0B6B-5680-F9939DEAA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482E6-E360-9750-A75C-5EB7E4F3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91F3-5520-4C9D-88E3-E48D904F1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272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810BB-0767-3844-5EB7-3D563C68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2F50E-4215-3B07-988A-1FC78CA0B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7652CF-44F5-7BEB-BB9E-9E7AE9EFD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13ACD3-E522-2B22-E538-504270B7D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8954DA-0F9F-66AE-072D-69AEC2C3C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A49769-F95E-905B-01D7-35D36BD3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B83A-B2B1-4AE2-B56F-33E8B248618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4D8BF-9F0F-AEAB-7817-19204B657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3A72BD-A994-6BC7-B31F-358478BA9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91F3-5520-4C9D-88E3-E48D904F1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984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3A60-A301-933D-62A0-3F7708F93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2C5AD-DEBE-9149-AD7B-C31D78EF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B83A-B2B1-4AE2-B56F-33E8B248618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236A0-1B14-31F2-FF92-B6DBC88A6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151E7-1FCA-686A-481F-37016EB6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91F3-5520-4C9D-88E3-E48D904F1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77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7B096-67C2-5F3A-962B-A4CF6BA7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B83A-B2B1-4AE2-B56F-33E8B248618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CF60C-7DF4-4F51-3E2D-54C79E485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1B875-69DF-D400-678C-AA155D46B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91F3-5520-4C9D-88E3-E48D904F1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953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5250-7723-224C-2301-D23C11359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CDF79-E66B-5F0F-A7AE-08BA39764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230F9-73C1-66ED-BBD6-2296749D5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5F51D-C57C-7450-FFBD-D4BABFFD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B83A-B2B1-4AE2-B56F-33E8B248618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4CA0E-8672-3C0F-2448-C952DC91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FC59A-B98E-94F8-7106-495EBE35E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91F3-5520-4C9D-88E3-E48D904F1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654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ECED-2549-937E-83B7-A7C12CE87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71E3E1-6D27-9555-FF43-073F2F441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126D5-5985-1BD1-EBE0-BCEFC3226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514F5-06FB-6A90-055B-42D4A62D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B83A-B2B1-4AE2-B56F-33E8B248618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DD4D3-1CDE-5FCE-8B5C-1A8790557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045C4-09B4-542C-5A3D-D214656E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91F3-5520-4C9D-88E3-E48D904F1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51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CF2C-198C-9129-817C-C49F688C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2A9C6-F018-5D83-1348-3C538D990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E7303-7B9D-39FA-6CFD-654B37411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B83A-B2B1-4AE2-B56F-33E8B248618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26AD0-AFF9-FCBB-D347-D0E2882A3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3E099-560B-2CAF-7DA8-A36B1EB5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91F3-5520-4C9D-88E3-E48D904F1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51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922132-EEE9-CB0B-E5B1-4C1D15798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5FFE5-95AC-47F0-3E1C-14D8881AF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74CD8-670F-E544-1BE6-EB4916EB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B83A-B2B1-4AE2-B56F-33E8B248618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C5054-7177-4F4C-DB88-D042DC686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AB5CC-3F38-E3D6-9076-370AA7E33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91F3-5520-4C9D-88E3-E48D904F1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597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A4A2F7-6E1A-0EC0-D380-C81834B24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66195-C08A-0188-432D-649262FAE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614EE-1E4A-C13E-8A07-AC52E4D38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0B83A-B2B1-4AE2-B56F-33E8B248618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7D96B-9391-C7D2-7A73-D8A70EAF9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DFF9B-0BD7-664A-3117-4053D8242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191F3-5520-4C9D-88E3-E48D904F1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129443-9788-3ED3-6577-764199A2D3E3}"/>
              </a:ext>
            </a:extLst>
          </p:cNvPr>
          <p:cNvSpPr txBox="1"/>
          <p:nvPr/>
        </p:nvSpPr>
        <p:spPr>
          <a:xfrm>
            <a:off x="169334" y="145118"/>
            <a:ext cx="7713134" cy="6331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Enable strict type checking</a:t>
            </a:r>
            <a:endParaRPr lang="en-IN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 </a:t>
            </a:r>
          </a:p>
          <a:p>
            <a:pPr>
              <a:lnSpc>
                <a:spcPct val="113095"/>
              </a:lnSpc>
              <a:buNone/>
            </a:pP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en-I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Function call</a:t>
            </a:r>
            <a:endParaRPr lang="en-IN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en-IN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Capture return type (void means no return value)</a:t>
            </a:r>
            <a:endParaRPr lang="en-IN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undefined</a:t>
            </a:r>
            <a:endParaRPr lang="en-IN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IN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returns "function" since go is a function</a:t>
            </a:r>
            <a:endParaRPr lang="en-IN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</a:t>
            </a:r>
          </a:p>
          <a:p>
            <a:pPr>
              <a:lnSpc>
                <a:spcPct val="113095"/>
              </a:lnSpc>
              <a:buNone/>
            </a:pPr>
            <a:b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Printing function definition</a:t>
            </a:r>
            <a:endParaRPr lang="en-IN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ct val="113095"/>
              </a:lnSpc>
              <a:buNone/>
            </a:pPr>
            <a:endParaRPr lang="en-IN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56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FC158-7B8B-31CE-6BE8-1D8BBA08B09B}"/>
              </a:ext>
            </a:extLst>
          </p:cNvPr>
          <p:cNvSpPr txBox="1"/>
          <p:nvPr/>
        </p:nvSpPr>
        <p:spPr>
          <a:xfrm>
            <a:off x="245533" y="101600"/>
            <a:ext cx="6223000" cy="50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 </a:t>
            </a: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        </a:t>
            </a:r>
            <a:r>
              <a:rPr lang="en-I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Output: 35</a:t>
            </a:r>
            <a:endParaRPr lang="en-IN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I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Output: 9</a:t>
            </a:r>
            <a:endParaRPr lang="en-IN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BE9904-8319-028F-8045-BCE3B21F777C}"/>
              </a:ext>
            </a:extLst>
          </p:cNvPr>
          <p:cNvSpPr/>
          <p:nvPr/>
        </p:nvSpPr>
        <p:spPr>
          <a:xfrm>
            <a:off x="7182195" y="4159045"/>
            <a:ext cx="481781" cy="501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1CA4B4-A828-F2EF-6AA1-14177D139DA9}"/>
              </a:ext>
            </a:extLst>
          </p:cNvPr>
          <p:cNvSpPr/>
          <p:nvPr/>
        </p:nvSpPr>
        <p:spPr>
          <a:xfrm>
            <a:off x="7164989" y="1821425"/>
            <a:ext cx="481781" cy="501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C051B7-D3C5-1C06-9915-375D9144F651}"/>
              </a:ext>
            </a:extLst>
          </p:cNvPr>
          <p:cNvSpPr txBox="1"/>
          <p:nvPr/>
        </p:nvSpPr>
        <p:spPr>
          <a:xfrm>
            <a:off x="7182195" y="3789712"/>
            <a:ext cx="35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432C0-C05D-20D5-8900-F3BA80FBAD52}"/>
              </a:ext>
            </a:extLst>
          </p:cNvPr>
          <p:cNvSpPr txBox="1"/>
          <p:nvPr/>
        </p:nvSpPr>
        <p:spPr>
          <a:xfrm>
            <a:off x="7187112" y="1369748"/>
            <a:ext cx="35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642163-635F-937C-E287-286D523BCC19}"/>
              </a:ext>
            </a:extLst>
          </p:cNvPr>
          <p:cNvSpPr/>
          <p:nvPr/>
        </p:nvSpPr>
        <p:spPr>
          <a:xfrm>
            <a:off x="8647201" y="4159045"/>
            <a:ext cx="481781" cy="501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6248E7-A522-A3E0-E668-4AA5D08CC004}"/>
              </a:ext>
            </a:extLst>
          </p:cNvPr>
          <p:cNvSpPr txBox="1"/>
          <p:nvPr/>
        </p:nvSpPr>
        <p:spPr>
          <a:xfrm>
            <a:off x="8647201" y="3789712"/>
            <a:ext cx="35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C76263-8C2B-06DF-0537-A5F3D8FA80CC}"/>
              </a:ext>
            </a:extLst>
          </p:cNvPr>
          <p:cNvSpPr/>
          <p:nvPr/>
        </p:nvSpPr>
        <p:spPr>
          <a:xfrm>
            <a:off x="6528349" y="1821425"/>
            <a:ext cx="481781" cy="501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A7CC71-52B1-ACFA-4E54-F3664BAAED93}"/>
              </a:ext>
            </a:extLst>
          </p:cNvPr>
          <p:cNvSpPr/>
          <p:nvPr/>
        </p:nvSpPr>
        <p:spPr>
          <a:xfrm>
            <a:off x="7769672" y="4159044"/>
            <a:ext cx="481781" cy="501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3F80D-D7F7-3FD0-1094-E6E54C9D9A62}"/>
              </a:ext>
            </a:extLst>
          </p:cNvPr>
          <p:cNvSpPr txBox="1"/>
          <p:nvPr/>
        </p:nvSpPr>
        <p:spPr>
          <a:xfrm>
            <a:off x="6656169" y="1379579"/>
            <a:ext cx="35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274AF-C682-6739-7668-F6E803AEE5E0}"/>
              </a:ext>
            </a:extLst>
          </p:cNvPr>
          <p:cNvSpPr txBox="1"/>
          <p:nvPr/>
        </p:nvSpPr>
        <p:spPr>
          <a:xfrm>
            <a:off x="7785650" y="3789712"/>
            <a:ext cx="35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A8FFF9-2D14-D976-DF50-34BC2E2DE09C}"/>
              </a:ext>
            </a:extLst>
          </p:cNvPr>
          <p:cNvSpPr/>
          <p:nvPr/>
        </p:nvSpPr>
        <p:spPr>
          <a:xfrm>
            <a:off x="7785650" y="1791927"/>
            <a:ext cx="481781" cy="501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E56B77-34EB-12B5-B672-9218CBCD6579}"/>
              </a:ext>
            </a:extLst>
          </p:cNvPr>
          <p:cNvSpPr txBox="1"/>
          <p:nvPr/>
        </p:nvSpPr>
        <p:spPr>
          <a:xfrm>
            <a:off x="7785650" y="1422594"/>
            <a:ext cx="35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BDBC8-1EC8-CB96-440F-6B8199DAE01D}"/>
              </a:ext>
            </a:extLst>
          </p:cNvPr>
          <p:cNvSpPr/>
          <p:nvPr/>
        </p:nvSpPr>
        <p:spPr>
          <a:xfrm>
            <a:off x="5825343" y="5039032"/>
            <a:ext cx="481781" cy="501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97BC63-522B-54DB-CC94-2ED584340A72}"/>
              </a:ext>
            </a:extLst>
          </p:cNvPr>
          <p:cNvCxnSpPr/>
          <p:nvPr/>
        </p:nvCxnSpPr>
        <p:spPr>
          <a:xfrm>
            <a:off x="6238298" y="2487561"/>
            <a:ext cx="27628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62EF12C-43D4-AFB0-0ACC-1DACCBDCC03A}"/>
              </a:ext>
            </a:extLst>
          </p:cNvPr>
          <p:cNvSpPr/>
          <p:nvPr/>
        </p:nvSpPr>
        <p:spPr>
          <a:xfrm>
            <a:off x="7317389" y="2974876"/>
            <a:ext cx="481781" cy="501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44D330-0ADB-A0DE-672D-E9590E0E4F7B}"/>
              </a:ext>
            </a:extLst>
          </p:cNvPr>
          <p:cNvSpPr txBox="1"/>
          <p:nvPr/>
        </p:nvSpPr>
        <p:spPr>
          <a:xfrm>
            <a:off x="7339512" y="2523199"/>
            <a:ext cx="35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D822BE-1C14-8C1F-01DB-74327963C5FA}"/>
              </a:ext>
            </a:extLst>
          </p:cNvPr>
          <p:cNvSpPr/>
          <p:nvPr/>
        </p:nvSpPr>
        <p:spPr>
          <a:xfrm>
            <a:off x="6680749" y="2974876"/>
            <a:ext cx="481781" cy="501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88A6A4-102B-0118-40BC-6DED2D013517}"/>
              </a:ext>
            </a:extLst>
          </p:cNvPr>
          <p:cNvSpPr txBox="1"/>
          <p:nvPr/>
        </p:nvSpPr>
        <p:spPr>
          <a:xfrm>
            <a:off x="6808569" y="2533030"/>
            <a:ext cx="35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9238FE-5F0E-5E6D-A65D-CCEFF1DB95E1}"/>
              </a:ext>
            </a:extLst>
          </p:cNvPr>
          <p:cNvSpPr/>
          <p:nvPr/>
        </p:nvSpPr>
        <p:spPr>
          <a:xfrm>
            <a:off x="7938050" y="2945378"/>
            <a:ext cx="481781" cy="501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8EE7-6DBD-10EA-A76B-E19412D086FB}"/>
              </a:ext>
            </a:extLst>
          </p:cNvPr>
          <p:cNvSpPr txBox="1"/>
          <p:nvPr/>
        </p:nvSpPr>
        <p:spPr>
          <a:xfrm>
            <a:off x="7938050" y="2576045"/>
            <a:ext cx="35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749040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F6CC9A-C38A-119C-05D5-6C5E2AA47A36}"/>
              </a:ext>
            </a:extLst>
          </p:cNvPr>
          <p:cNvSpPr txBox="1"/>
          <p:nvPr/>
        </p:nvSpPr>
        <p:spPr>
          <a:xfrm>
            <a:off x="177799" y="294698"/>
            <a:ext cx="11387668" cy="539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Strict typing enabled by default in TypeScript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 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if you write call(x) with only one argument.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Since call expects two numbers, TypeScript will throw an error if you pass only one.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Let's fix it by passing both x and y.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       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Output: 35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Output: 9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557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763356-EC0B-9633-F19D-4A7ADA1B7C3E}"/>
              </a:ext>
            </a:extLst>
          </p:cNvPr>
          <p:cNvSpPr txBox="1"/>
          <p:nvPr/>
        </p:nvSpPr>
        <p:spPr>
          <a:xfrm>
            <a:off x="355600" y="0"/>
            <a:ext cx="6739468" cy="633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Default Argument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 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 with one argument (b defaults to 1)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       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Output: 5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 with both arguments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Output: 9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329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61FEF1-3864-7AF7-445B-40F31A2FD003}"/>
              </a:ext>
            </a:extLst>
          </p:cNvPr>
          <p:cNvSpPr txBox="1"/>
          <p:nvPr/>
        </p:nvSpPr>
        <p:spPr>
          <a:xfrm>
            <a:off x="287867" y="105939"/>
            <a:ext cx="8805333" cy="570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3095"/>
              </a:lnSpc>
            </a:pPr>
            <a:r>
              <a:rPr lang="en-I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Rest Parameter</a:t>
            </a:r>
            <a:endParaRPr lang="en-IN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myarg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myarg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        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Logs [2, 3]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myarg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"object" (arrays are objects in JS/TS)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myarg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myarg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Output: 5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C4A2D-40CA-FAB2-1396-1F711E9019B0}"/>
              </a:ext>
            </a:extLst>
          </p:cNvPr>
          <p:cNvSpPr txBox="1"/>
          <p:nvPr/>
        </p:nvSpPr>
        <p:spPr>
          <a:xfrm>
            <a:off x="6333068" y="3429000"/>
            <a:ext cx="52405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Uncaught </a:t>
            </a:r>
            <a:r>
              <a:rPr lang="en-US" dirty="0" err="1">
                <a:solidFill>
                  <a:srgbClr val="FF0000"/>
                </a:solidFill>
              </a:rPr>
              <a:t>SyntaxError</a:t>
            </a:r>
            <a:r>
              <a:rPr lang="en-US" dirty="0">
                <a:solidFill>
                  <a:srgbClr val="FF0000"/>
                </a:solidFill>
              </a:rPr>
              <a:t>: Rest parameter must be last formal parameter</a:t>
            </a:r>
          </a:p>
          <a:p>
            <a:r>
              <a:rPr lang="en-IN" dirty="0"/>
              <a:t>You will get above error if your rest parameter is not last parameter</a:t>
            </a:r>
          </a:p>
          <a:p>
            <a:endParaRPr lang="en-IN" dirty="0"/>
          </a:p>
          <a:p>
            <a:r>
              <a:rPr lang="en-IN" dirty="0"/>
              <a:t>function multiply( ...</a:t>
            </a:r>
            <a:r>
              <a:rPr lang="en-IN" dirty="0" err="1"/>
              <a:t>myarg</a:t>
            </a:r>
            <a:r>
              <a:rPr lang="en-IN" dirty="0"/>
              <a:t>: 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</a:rPr>
              <a:t>number</a:t>
            </a:r>
            <a:r>
              <a:rPr lang="en-IN" dirty="0"/>
              <a:t>[]</a:t>
            </a:r>
            <a:r>
              <a:rPr lang="en-IN" dirty="0">
                <a:solidFill>
                  <a:srgbClr val="FF0000"/>
                </a:solidFill>
              </a:rPr>
              <a:t>, m: 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</a:rPr>
              <a:t>number</a:t>
            </a:r>
            <a:r>
              <a:rPr lang="en-IN" dirty="0"/>
              <a:t>) { }</a:t>
            </a:r>
          </a:p>
          <a:p>
            <a:r>
              <a:rPr lang="en-IN" dirty="0"/>
              <a:t>In above line rest parameter is in the beginning</a:t>
            </a:r>
          </a:p>
        </p:txBody>
      </p:sp>
    </p:spTree>
    <p:extLst>
      <p:ext uri="{BB962C8B-B14F-4D97-AF65-F5344CB8AC3E}">
        <p14:creationId xmlns:p14="http://schemas.microsoft.com/office/powerpoint/2010/main" val="2076699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C38892-DB35-9692-0EE6-0B5FE10D931C}"/>
              </a:ext>
            </a:extLst>
          </p:cNvPr>
          <p:cNvSpPr txBox="1"/>
          <p:nvPr/>
        </p:nvSpPr>
        <p:spPr>
          <a:xfrm>
            <a:off x="0" y="302574"/>
            <a:ext cx="8000999" cy="289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13095"/>
              </a:lnSpc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Spread operator works the same way in TS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Output: 3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A4FEC-7209-0074-8BAD-25B414D243B7}"/>
              </a:ext>
            </a:extLst>
          </p:cNvPr>
          <p:cNvSpPr txBox="1"/>
          <p:nvPr/>
        </p:nvSpPr>
        <p:spPr>
          <a:xfrm>
            <a:off x="3866987" y="0"/>
            <a:ext cx="20658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/>
              <a:t>Spread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006773-6F60-6816-1439-6951535DA466}"/>
              </a:ext>
            </a:extLst>
          </p:cNvPr>
          <p:cNvSpPr txBox="1"/>
          <p:nvPr/>
        </p:nvSpPr>
        <p:spPr>
          <a:xfrm>
            <a:off x="7247467" y="1286304"/>
            <a:ext cx="3564467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error</a:t>
            </a:r>
            <a:r>
              <a:rPr lang="en-US" dirty="0"/>
              <a:t> TS2556: A spread argument must either have a tuple type or be passed to a rest parameter.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702CC2-BD5D-3C59-E91F-F5E0329668C5}"/>
              </a:ext>
            </a:extLst>
          </p:cNvPr>
          <p:cNvSpPr txBox="1"/>
          <p:nvPr/>
        </p:nvSpPr>
        <p:spPr>
          <a:xfrm>
            <a:off x="-1" y="3201911"/>
            <a:ext cx="11082867" cy="39706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Function with three typed parameters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✅ Use a tuple type instead of a generic array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1309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Spread operator works correctly with a tuple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Output: 3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715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2165DB-361A-78A0-B130-2C8485049209}"/>
              </a:ext>
            </a:extLst>
          </p:cNvPr>
          <p:cNvSpPr txBox="1"/>
          <p:nvPr/>
        </p:nvSpPr>
        <p:spPr>
          <a:xfrm>
            <a:off x="651933" y="0"/>
            <a:ext cx="7145867" cy="675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Check to see if we're working with an object/array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if so, they gave us the deck and we'll pick the card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"string"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"string"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pickedCard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pickedCard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Otherwise just let them pick the card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pickedSuit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pickedSuit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"--hi"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7CE54D-DE9E-2994-E271-DE088B60CE74}"/>
              </a:ext>
            </a:extLst>
          </p:cNvPr>
          <p:cNvSpPr txBox="1"/>
          <p:nvPr/>
        </p:nvSpPr>
        <p:spPr>
          <a:xfrm>
            <a:off x="8085667" y="516467"/>
            <a:ext cx="27432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Method Overloading</a:t>
            </a:r>
          </a:p>
        </p:txBody>
      </p:sp>
    </p:spTree>
    <p:extLst>
      <p:ext uri="{BB962C8B-B14F-4D97-AF65-F5344CB8AC3E}">
        <p14:creationId xmlns:p14="http://schemas.microsoft.com/office/powerpoint/2010/main" val="3425452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945</Words>
  <Application>Microsoft Office PowerPoint</Application>
  <PresentationFormat>Widescreen</PresentationFormat>
  <Paragraphs>148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27</cp:revision>
  <dcterms:created xsi:type="dcterms:W3CDTF">2026-09-07T07:43:58Z</dcterms:created>
  <dcterms:modified xsi:type="dcterms:W3CDTF">2026-09-24T04:15:10Z</dcterms:modified>
</cp:coreProperties>
</file>