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A374-8B36-9D60-16C2-DEDBE8E96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C381B-F710-7447-C82D-2696A9863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33911-9C92-7D84-9282-65EE1118C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5626A-A274-C757-F612-853C112D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55401-3638-F5E3-FF39-0957A5FA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18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EDC6-F488-B6DD-407E-652E598F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21A3F-824D-90C6-9484-79421A6B6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E7D83-399A-4724-F19D-FE26D97F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A932-A5AC-A2D8-53B1-C377B45A7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753AF-0756-FE67-F32D-89288C603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5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7F5C-D63C-ACEB-26D3-6C40CFC1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DFD53-CDE6-EA5E-F28F-50C77B257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7BC12-42DC-C533-5EA2-AE10BEAA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5D56-691F-3831-B51D-82D40134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6A92F-28F8-96E7-3C2C-136A9D25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61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7558-BDFC-2A9D-87EF-7F9A1845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34216-F60F-B5EA-205B-BAE7F359C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E324E-98F4-42DF-62AF-92E2108FD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87B51-33F3-D98E-1A9E-DF8A9D83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38206-5A68-9438-3F75-41481C7F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64FC7-9042-0E00-89C6-4D860B8D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48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7F84-8654-55F7-3723-061A30BF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DA2E-63F3-95E2-D448-8CC49943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90C2D-5BFF-5238-F87B-FA97DCDEA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F79F3-4210-AF31-15CF-349189EE1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D137DF-0457-11A6-F1FD-9B5365426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A1198-E7E5-8538-CD7E-B2F948AA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37B0A-E64D-7B82-9283-D7E972DA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3587B6-9650-6697-6524-12814CE2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36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DCF3C-8A49-27D0-9E31-5FA5E822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F8234-D6CD-8697-225C-237006F4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70D80-1185-5166-13EC-6C8815A0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D10D2-B2E1-8D5D-DE3F-304E7DD9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82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0E048-9D85-4D3C-6819-FFB91FAB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5F0F1-6450-5A88-9A73-8CA9BA49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B6403-9614-ED4C-DF49-A0777DA8D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50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E0B2-442C-FE8C-7B62-43B66E8A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587FF-B0D3-CEEB-E186-747147177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A3686-8464-92A8-384B-BAA00E784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D3D58-90C1-F3D6-6C77-014DC872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47300-A67A-D271-112D-3042D6E2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1FD79-330B-DFC1-5B87-440DFEFC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9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6C8F-426F-1931-355F-8DF38DB7C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3E848-42FF-A7A4-7837-DE2E662DC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C329D-674E-B95A-97A5-9DEF17C8E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8BBFB-EA20-742D-4274-38A735B6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E97C5-738D-1F0B-10A5-606D6F9E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FFAA3-472D-A75A-565D-266B4F1F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34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A6C0-87A4-91F0-16E1-9573A244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F45DC-EC18-DC44-5907-CB17EED3E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61D8B-9BAC-79E6-694D-3A3172FD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03DCF-AAE7-1EF5-34E8-F4167FD1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55E39-C49C-429D-5729-2C466D3C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97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1B6C11-88C5-73F0-BAB8-71C7D121C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B7B3D-F23C-7BD6-969E-08634E399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8312A-8286-7B15-9061-A366884E2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21505-06EE-0580-CA63-5F37449A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FCCBA-9512-62D8-0C57-9EB606EF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33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3790CA-D049-4C6B-5405-4272BE477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1A811-E0B6-75B3-E350-8A0486DFB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9BB82-926C-BAE8-46C3-DE4B4418C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EA597-D71D-4920-8355-1ED846A1D7F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F4C66-54FF-3014-2847-44907A677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D4E7D-C0F4-3762-0D96-A316A2CDB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04040-FF7D-49C0-A441-A649CD518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37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CEAD86-CA73-5B06-DD36-0E2D70DDA957}"/>
              </a:ext>
            </a:extLst>
          </p:cNvPr>
          <p:cNvSpPr txBox="1"/>
          <p:nvPr/>
        </p:nvSpPr>
        <p:spPr>
          <a:xfrm>
            <a:off x="169334" y="121732"/>
            <a:ext cx="5833533" cy="689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IN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=++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       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widthrow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;        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Saving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widthrow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590DFF-A934-8FBD-34A0-959C972EA2DB}"/>
              </a:ext>
            </a:extLst>
          </p:cNvPr>
          <p:cNvSpPr txBox="1"/>
          <p:nvPr/>
        </p:nvSpPr>
        <p:spPr>
          <a:xfrm>
            <a:off x="6409266" y="0"/>
            <a:ext cx="5613400" cy="713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minbal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super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widthrow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{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//let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acc:Account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=new Account("Rits",3000);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Saving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"raj"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11000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"Mona"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toString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toString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deposit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widthrow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F30CD-C18A-40AA-DF77-5D9DBA0F884C}"/>
              </a:ext>
            </a:extLst>
          </p:cNvPr>
          <p:cNvSpPr txBox="1"/>
          <p:nvPr/>
        </p:nvSpPr>
        <p:spPr>
          <a:xfrm>
            <a:off x="3852333" y="121732"/>
            <a:ext cx="224366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292592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365E8-E4FB-0611-1727-A40F0C3DC49B}"/>
              </a:ext>
            </a:extLst>
          </p:cNvPr>
          <p:cNvSpPr txBox="1"/>
          <p:nvPr/>
        </p:nvSpPr>
        <p:spPr>
          <a:xfrm>
            <a:off x="0" y="83038"/>
            <a:ext cx="5173133" cy="613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=++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       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widthrow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;        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205EE-4B76-090A-61B6-1A6291181A58}"/>
              </a:ext>
            </a:extLst>
          </p:cNvPr>
          <p:cNvSpPr txBox="1"/>
          <p:nvPr/>
        </p:nvSpPr>
        <p:spPr>
          <a:xfrm>
            <a:off x="5344583" y="-444947"/>
            <a:ext cx="6100232" cy="7624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Saving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{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super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widthrow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minbal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super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widthrow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{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//let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acc:Account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=new Account("Rits",3000);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Saving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"raj"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11000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"Mona"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toString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toString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deposit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3000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widthrow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F83DB-142B-BDB3-2EDE-F9F0D1A579A4}"/>
              </a:ext>
            </a:extLst>
          </p:cNvPr>
          <p:cNvSpPr txBox="1"/>
          <p:nvPr/>
        </p:nvSpPr>
        <p:spPr>
          <a:xfrm>
            <a:off x="2479432" y="17905"/>
            <a:ext cx="28651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Abstract with getter setter</a:t>
            </a:r>
          </a:p>
        </p:txBody>
      </p:sp>
    </p:spTree>
    <p:extLst>
      <p:ext uri="{BB962C8B-B14F-4D97-AF65-F5344CB8AC3E}">
        <p14:creationId xmlns:p14="http://schemas.microsoft.com/office/powerpoint/2010/main" val="179974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17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740</Words>
  <Application>Microsoft Office PowerPoint</Application>
  <PresentationFormat>Widescreen</PresentationFormat>
  <Paragraphs>111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9</cp:revision>
  <dcterms:created xsi:type="dcterms:W3CDTF">2026-09-08T03:30:15Z</dcterms:created>
  <dcterms:modified xsi:type="dcterms:W3CDTF">2026-09-24T04:19:02Z</dcterms:modified>
</cp:coreProperties>
</file>