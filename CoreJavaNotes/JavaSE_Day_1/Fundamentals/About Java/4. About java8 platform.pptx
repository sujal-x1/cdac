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Grid="0">
      <p:cViewPr varScale="1">
        <p:scale>
          <a:sx n="89" d="100"/>
          <a:sy n="89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70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17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34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73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55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53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5303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93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84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84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>
                <a:solidFill>
                  <a:prstClr val="black"/>
                </a:solidFill>
              </a:rPr>
              <a:pPr/>
              <a:t>23-08-2026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11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 smtClean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 smtClean="0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 smtClean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 smtClean="0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 smtClean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 smtClean="0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 smtClean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41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2143" y="766447"/>
            <a:ext cx="10955551" cy="881807"/>
          </a:xfrm>
          <a:prstGeom prst="rect">
            <a:avLst/>
          </a:prstGeom>
          <a:scene3d>
            <a:camera prst="orthographicFront"/>
            <a:lightRig rig="flat" dir="t"/>
          </a:scene3d>
          <a:sp3d prstMaterial="plastic">
            <a:bevelB w="88900" h="31750" prst="angle"/>
          </a:sp3d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4376" tIns="69611" rIns="94376" bIns="69611" numCol="1" spcCol="1270" anchor="ctr" anchorCtr="0">
            <a:noAutofit/>
          </a:bodyPr>
          <a:lstStyle/>
          <a:p>
            <a:pPr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Platform and Product Versions</a:t>
            </a:r>
            <a:endParaRPr lang="en-IN" sz="3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806106"/>
              </p:ext>
            </p:extLst>
          </p:nvPr>
        </p:nvGraphicFramePr>
        <p:xfrm>
          <a:off x="745025" y="1648254"/>
          <a:ext cx="10934163" cy="90542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41170"/>
                <a:gridCol w="3964093"/>
                <a:gridCol w="2928900"/>
              </a:tblGrid>
              <a:tr h="905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Platform/Product</a:t>
                      </a:r>
                      <a:endParaRPr lang="en-IN" sz="16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rgbClr val="D9D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Full Name</a:t>
                      </a:r>
                      <a:endParaRPr lang="en-IN" sz="16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rgbClr val="D9D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00206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Abbreviation</a:t>
                      </a:r>
                      <a:endParaRPr lang="en-IN" sz="16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rgbClr val="D9DF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942168"/>
              </p:ext>
            </p:extLst>
          </p:nvPr>
        </p:nvGraphicFramePr>
        <p:xfrm>
          <a:off x="745025" y="2553491"/>
          <a:ext cx="10934163" cy="126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41170"/>
                <a:gridCol w="3964093"/>
                <a:gridCol w="2928900"/>
              </a:tblGrid>
              <a:tr h="126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Platform </a:t>
                      </a: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kern="1200" dirty="0" smtClean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Java Platform, Standard Edition 17</a:t>
                      </a:r>
                      <a:endParaRPr lang="en-IN" sz="280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SE </a:t>
                      </a: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796077"/>
              </p:ext>
            </p:extLst>
          </p:nvPr>
        </p:nvGraphicFramePr>
        <p:xfrm>
          <a:off x="745025" y="3796544"/>
          <a:ext cx="10934163" cy="126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41170"/>
                <a:gridCol w="3964093"/>
                <a:gridCol w="2928900"/>
              </a:tblGrid>
              <a:tr h="126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Development</a:t>
                      </a:r>
                      <a:r>
                        <a:rPr lang="en-US" sz="2800" baseline="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Kit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SE </a:t>
                      </a: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Development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Kit </a:t>
                      </a: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JDK </a:t>
                      </a: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3776"/>
              </p:ext>
            </p:extLst>
          </p:nvPr>
        </p:nvGraphicFramePr>
        <p:xfrm>
          <a:off x="746832" y="5050630"/>
          <a:ext cx="10934163" cy="126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41170"/>
                <a:gridCol w="3964093"/>
                <a:gridCol w="2928900"/>
              </a:tblGrid>
              <a:tr h="126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Runtime</a:t>
                      </a:r>
                      <a:r>
                        <a:rPr lang="en-US" sz="2800" baseline="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Environment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</a:t>
                      </a:r>
                      <a:r>
                        <a:rPr lang="en-US" sz="280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Runtime </a:t>
                      </a:r>
                      <a:r>
                        <a:rPr lang="en-US" sz="2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Environment 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JRE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24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Times New Roman</vt:lpstr>
      <vt:lpstr>2_Office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Microsoft account</cp:lastModifiedBy>
  <cp:revision>14</cp:revision>
  <dcterms:created xsi:type="dcterms:W3CDTF">2020-07-18T08:14:21Z</dcterms:created>
  <dcterms:modified xsi:type="dcterms:W3CDTF">2026-08-23T15:05:11Z</dcterms:modified>
</cp:coreProperties>
</file>