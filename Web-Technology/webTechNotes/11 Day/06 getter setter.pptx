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81AB-7C69-F112-8DAA-C30076C93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4BD4D-591C-624A-8933-7FBE40591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A3E28-D462-5F4E-1ACD-8BF2A700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5E35B-86C2-3E54-8032-40F64DBB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0BA6-D5CB-7A01-055A-B1B8069F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95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0E66-AA8C-0E22-FE8A-8208EAF7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6506-6159-C1C5-8AE5-0F7EE594A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2AAFB-D4CB-8448-A9EE-AC6A3797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1968-46C0-1181-35D8-A3428B9D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30083-D672-6965-EC47-92307498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31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6AE7-E79E-163A-C5CC-42907DC0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03C8E-0686-33C5-49F3-21D4F4885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097C4-D2F0-76FC-461E-7E68BBAA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3532-7E11-7B69-18CE-9EF27432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B236-C011-685E-31B1-403DD493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8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44A8-E4AE-AD3D-9975-B106987F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7973-7EC2-7159-100B-EF1B1EE37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264E8-357D-FF7F-6873-4572C76C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7A63-2568-6C28-1207-E3409EBD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EFD49-9162-CE18-E5CB-FD094971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BEEAD-2B31-9865-9414-38D3C12E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21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4406-77FD-A5E4-2CFF-7B9789C0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1C73E-F39D-4E41-0B6D-1CB26AAE1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258F4-AB8E-7815-7AB1-4E58840BB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6905B-810D-E6E5-DDAB-21A0235EC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07AE0-344E-A317-2E3F-BDEE10C0F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91F9E-DC68-C5CB-0324-1A17E6B1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225AF-4D5F-1559-260A-A316618F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C39EF-CF09-A5CA-CC46-0F20ABDA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30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6994-A693-7945-7B67-F1B1ABAC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037DC-89F2-198C-B7D2-FE654F465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4423C-9E55-C50B-E4E1-F62DC2F2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51489-DDAC-EDC3-E2E5-A0F424C6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43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80AC6-090F-3579-5C99-76790252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5C3F8-0589-700C-28B3-9794189E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B7AEC-886C-F994-67FB-5F4AAE09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68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A300-69DE-C5E3-65C8-391C8474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E5A5-27D7-8D06-5E3F-5B0D531B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48B85-0C5A-27B9-19EC-044F23458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49EC6-132C-5789-9AB8-AAE1F031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20B18-6785-8E5D-9068-95095A57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D25D8-6F97-5679-A67A-C4DA1674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16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3693-87EC-CB03-521F-162E3955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6F4FD-8227-15A1-0D37-A9E71A492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8F20B-B57A-9527-86DF-76605D653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C73DA-58C7-A1E2-4A04-BA16C628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0656-7FB0-DB16-971F-F19E08DB2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10291-8E98-D696-85FE-71D2AC8D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9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BDDB-8772-2B59-E2FB-EFC5C212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CBA53-03D7-05FE-FA58-DCEFD3C3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07575-1A69-64C7-93CD-91B30A58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E98E4-17ED-3B90-4EA3-ECEBDAA6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3D26-9CF2-40C7-BF5D-6D16078F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48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C09A7-4143-39E3-3B69-ED518D9C9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E238C-E68A-4EBE-C0A0-616A82508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53D70-666E-4A6A-3C83-AB7E3A56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D9D4-CD89-A728-F4AE-C7B432C3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112E-6AD6-975E-7760-0217AD09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D9FC6-E434-5B3E-591A-DC324D2E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40694-5DE1-125E-3696-42D1A252A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7FEC0-64A7-CA23-66CB-A8133EB6E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B81B6-6AA4-4333-BA26-103CDFBE507F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F418-5198-E5B6-2881-03153EFCD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D0CF3-F952-8A6B-F1CD-102007AA1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AC25D-6811-48E8-B858-7448A19C6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36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012B6-9FAF-0DC2-F27E-E619EDD1D1B8}"/>
              </a:ext>
            </a:extLst>
          </p:cNvPr>
          <p:cNvSpPr txBox="1"/>
          <p:nvPr/>
        </p:nvSpPr>
        <p:spPr>
          <a:xfrm>
            <a:off x="448734" y="112252"/>
            <a:ext cx="6096000" cy="675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    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  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    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9FE5C-7015-C5BF-4D84-89CA8444A87B}"/>
              </a:ext>
            </a:extLst>
          </p:cNvPr>
          <p:cNvSpPr txBox="1"/>
          <p:nvPr/>
        </p:nvSpPr>
        <p:spPr>
          <a:xfrm>
            <a:off x="6857999" y="209530"/>
            <a:ext cx="4885267" cy="285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"Raja"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//Setter is called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);/Getter is called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sam.Aid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=33;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BD7A4-3655-FA95-8E99-665E3E38E0DD}"/>
              </a:ext>
            </a:extLst>
          </p:cNvPr>
          <p:cNvSpPr txBox="1"/>
          <p:nvPr/>
        </p:nvSpPr>
        <p:spPr>
          <a:xfrm>
            <a:off x="7112000" y="3606800"/>
            <a:ext cx="4097867" cy="187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54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219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2</cp:revision>
  <dcterms:created xsi:type="dcterms:W3CDTF">2026-09-08T04:43:38Z</dcterms:created>
  <dcterms:modified xsi:type="dcterms:W3CDTF">2026-09-24T04:18:49Z</dcterms:modified>
</cp:coreProperties>
</file>