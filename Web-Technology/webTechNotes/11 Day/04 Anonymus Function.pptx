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57" r:id="rId4"/>
    <p:sldId id="275" r:id="rId5"/>
    <p:sldId id="276" r:id="rId6"/>
    <p:sldId id="277" r:id="rId7"/>
    <p:sldId id="28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22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71A04-36A0-5EDB-F2C7-3E30EB148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E6F32-B7ED-5B14-55D3-E8C5BB776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B558-1CF2-EE78-518B-337F90F36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3CFA0-A30B-10E6-4F01-DD4342966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51EBC-3576-8DAD-27A9-1F23F1571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66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8E0C-B59D-1EE8-17EA-222DB5584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4AF58-F5A3-801E-9F26-71B9717DD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5398E-E544-7E77-0C54-A8DDE9B82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24F29-805D-ECCF-CB6F-05049B52F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61231-D549-BC83-C21E-50B50D45E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680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6CB1E-7C44-6093-F499-0B516C56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723832-12E8-56A2-2D7B-93301416C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32FAC-F363-770B-C961-31DCF379A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0C596-EA7B-747D-E683-28FEC0A06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699F44-5547-466B-BCFE-4FA14AC2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97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608488-F9A9-9761-25E4-95C4017D3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3EBEF-4136-D3E0-BAE2-1B49C36312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121E4-E4E1-C3C4-8F6D-F18065296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72B456-0526-D79E-5C35-54B0A1D63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C10FC-5966-C9B0-D7AB-452811E87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9F4BE-883A-214A-8F33-03052E003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34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B88D5-D8BC-D56B-7EF3-7C69662C6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320B4-7BE4-3CC9-AB39-3FFAC13FD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3C50C-A522-61AF-29C1-763BB418E8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69728-07BF-9B4D-302D-8C60B0A54A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C29267-C17A-CCD3-4492-A66BF7BB6F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8C7B4E-353D-4589-366B-2FF2479CF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16ED61-1128-0E55-5B24-C4E370E80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F897-504D-5DCE-E309-1C0ED324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29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A09E1-6326-AB8D-F19B-1355BDA5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72AA1C-44A9-D4BA-0932-293DEDE3D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4F1328-CEE0-F537-AB20-8F04BB4E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D6C61-D3B5-BE39-EB6D-B8E85F527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65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EA4C62-5C3D-48E5-D9B5-187680B91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590C4-01AB-F12B-27D6-92898A97E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3DB8B-CB46-F9C0-DECE-4EE9E32CB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45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874C8-046A-F682-FD95-3547C4DFC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CED35-F13D-6985-F8B0-E3B419A72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9BD89-7047-1352-A5A3-B031BEFCAE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809E8-EFBF-BE9F-6BB1-558D2E040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DE93A4-2E42-647F-1231-39782997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C38499-8F72-50F8-4197-72D963D45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13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79F48-C3C5-327B-3705-24D221EED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F9BBC1D-695E-08BD-3562-0F2B322761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DC1181-329A-9A13-306C-32CE2EFC6D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CEFD0-CC59-06DD-2A0D-798CE69F6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8D25F-048B-0310-42A1-74FBD8A82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930DB-E7F3-5EFF-0B15-866730101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532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B974D-A6F6-D715-CA00-586E6EA9E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5EF2C1-1DCF-5A35-B5E0-98E99579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B361B-BB1E-C3F0-2738-19AC3C40A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81E16-BFC6-9A41-D22B-559101B2C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7C2E3-21CE-AE19-C64E-D494E529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6889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585F03-2F46-3079-BE6B-C92FB7F88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F758F-957A-3105-8A2A-298C56D57C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CC0D7-C1CC-F9C6-E110-8E34F131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F82E0-EC97-109D-7D9A-FC236B175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59A3C-7B36-055C-21AC-F51DB4A5F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908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0039B4-FC6F-4E60-B980-49FD4CDEC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0A866-9C00-4E19-8D8B-DDFF3F03AB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7062F-DBAA-46BD-902B-76503C28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C3CAD3-05C5-4708-8F67-C01679F32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51692-943D-45BB-B370-CC32D8901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2590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1A7D0-4842-4E71-B5D8-B8AC67445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BE785-5458-4F27-B933-49CF81E39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A7F2D-F6C8-4DF5-8FF6-55EFDC43C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61A13A-D201-4E78-AB4B-8506774AD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4D11D-B06F-48A1-A928-6650A5DCD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61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2234-2694-460D-872E-29E464CA5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D5D5E-A7BB-41D7-BEF1-32F083EAA1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26379-2270-4A1C-ACF3-A67E0FCBF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91E4B-7752-4399-8DE5-D58EC53B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810548-73DB-4514-9FB0-D88C35863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962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3E03-38D0-4658-AE37-9730DA7B8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ABC9F-8E16-407E-8CEA-1BFB6DC30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F4E84C-DC65-49B6-96EB-AAB9A57532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880F8-C204-4F2F-BB71-26AB41023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DD1DB1-55DF-4518-A068-36518A5AC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9F2E9-76C4-4BF6-A537-EE0DB5B5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3229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E9E3-0851-4CCA-AF86-16029A6E8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89FE24-B146-408E-B117-54678776E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3BE36-FE5D-40B1-BE38-9BBBD2BD1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A717F-7880-4E94-9A68-B098919A9B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A6C64-05E2-4AD1-9C43-D931AE5FD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3A7347-BC1D-4319-8314-A0122D57B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2DD311-B725-4DBD-86D4-00B526F0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D2F94A-AACA-4711-826F-F7462ABC6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540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D3BD1-12CD-45DF-A924-BC4B78F3E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41132-A0CA-47C5-8FDA-D56F9750B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9BE4AD-C1EB-4300-8416-3A7CE909B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14D00D-D857-45AA-B9CF-249EE2D20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5947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F7CDA9-B1BF-475C-B576-97C5AF74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7ED434-80FB-4267-8593-4BAC2AF8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2E2CB-2902-49FE-8FB7-C5F4276D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71203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DAC55-6352-468B-9345-E36FA5FA0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2979E-4DB6-421F-B100-551EB8C070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8005C-4EFE-47C7-BD3D-59CBBDB57C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8FF85F-86EB-4120-8CC6-7150A2681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A7004-D15E-4150-AFC3-069F2DF1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ABD35-9F2F-4E0A-BE0C-F0A9241E1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69719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4E708-F412-4804-A431-2F8D5D92A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808917-236A-45F5-BAD3-B9BD33168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A8B480-C536-4FDA-B7A2-2564F2E2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5DF2D-8CC4-421B-8BB7-DD0AD10B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E304A-ECE1-4566-BD8D-F9DC73FB7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CC7115-5242-42D1-8AC6-C62FFD8EB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6698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8102-37CA-4DEB-A742-1C27CAD81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3D5F3F-1133-4D4E-B511-71F9F8B4E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ADE9E-D00E-4A91-A24C-507CC86AC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EC72A-95D9-4D4D-9635-31C732FAB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B2802-31B7-4B55-A377-5B1BD3225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92073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CAD4DC-E329-4520-838C-2F12C2E046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DFCA45-FE32-47C4-A5E1-789DC8CF73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FBD48-B28D-44DF-BD60-102E3961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61F03C-C9E0-468D-92B9-87FDD591F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087D55-8AE7-4411-AE24-047AD94B9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5393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172ACB-4936-61B9-5B13-AA4D9CCFB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ABFF65-C710-67A7-9105-F282CF705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B87B-EF03-E856-9900-5D40A41BB9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D655A7-0298-4E48-9306-FBF00ADE58B7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F6A15D-0FB8-86E9-A2D5-DEA92DDDBC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AB12-7B94-6F74-142F-13E9497F51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BBFFCD-37A3-44DD-A87C-DE86043CF5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22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78D7C-D2E0-45BE-BD9F-D2A7F1161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93841-F6CF-4C5E-A0BE-DEED6F75E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92C6F6-4398-4B55-8122-3CF9B2C15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27887A-1BBB-4BA8-8FD6-6C11124C50CE}" type="datetimeFigureOut">
              <a:rPr lang="en-IN" smtClean="0"/>
              <a:t>24-09-2026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B23FF-2DEF-46AE-A23D-8DF69E97C1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EB3AB-7345-4606-9DA7-27EA0F3ED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ED402E-8185-4D24-AF95-5AE96C420A8B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6C8C38-8394-4DEF-8788-540B213DAB38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200" y="-76200"/>
            <a:ext cx="1282699" cy="85753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B655883-AA69-4D53-84BC-821578E5D995}"/>
              </a:ext>
            </a:extLst>
          </p:cNvPr>
          <p:cNvSpPr/>
          <p:nvPr userDrawn="1"/>
        </p:nvSpPr>
        <p:spPr>
          <a:xfrm>
            <a:off x="228600" y="6593087"/>
            <a:ext cx="85153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1091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7CCC2EA-924F-C81C-309F-6CD1D4864B9F}"/>
              </a:ext>
            </a:extLst>
          </p:cNvPr>
          <p:cNvSpPr txBox="1"/>
          <p:nvPr/>
        </p:nvSpPr>
        <p:spPr>
          <a:xfrm>
            <a:off x="338667" y="173674"/>
            <a:ext cx="6096000" cy="6021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3095"/>
              </a:lnSpc>
              <a:buNone/>
            </a:pPr>
            <a:r>
              <a:rPr lang="en-IN" b="1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Anonymous function </a:t>
            </a: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"This is a String"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testStr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contains "This is a String"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testStr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testStr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en-IN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testCopy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is a pointer to the function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testCopy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testing contains "This is a String"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testing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testCopy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testing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922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E5236F-8D48-DB99-7F91-75B7E119809A}"/>
              </a:ext>
            </a:extLst>
          </p:cNvPr>
          <p:cNvSpPr txBox="1"/>
          <p:nvPr/>
        </p:nvSpPr>
        <p:spPr>
          <a:xfrm>
            <a:off x="279401" y="444212"/>
            <a:ext cx="9914466" cy="5708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0000FF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go takes a function and a number, then calls the function with that number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still shows an alert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result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ans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</a:t>
            </a:r>
            <a:r>
              <a:rPr lang="en-IN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Output: 8</a:t>
            </a: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939555-C9A8-30AF-F9F4-9E18224D9C24}"/>
              </a:ext>
            </a:extLst>
          </p:cNvPr>
          <p:cNvSpPr txBox="1"/>
          <p:nvPr/>
        </p:nvSpPr>
        <p:spPr>
          <a:xfrm>
            <a:off x="105508" y="74880"/>
            <a:ext cx="11807091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/>
              <a:t>Passing function in function call</a:t>
            </a:r>
          </a:p>
        </p:txBody>
      </p:sp>
    </p:spTree>
    <p:extLst>
      <p:ext uri="{BB962C8B-B14F-4D97-AF65-F5344CB8AC3E}">
        <p14:creationId xmlns:p14="http://schemas.microsoft.com/office/powerpoint/2010/main" val="198899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67848-9298-494A-B805-48B2A2711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1045" y="0"/>
            <a:ext cx="10242755" cy="598436"/>
          </a:xfrm>
        </p:spPr>
        <p:txBody>
          <a:bodyPr>
            <a:normAutofit/>
          </a:bodyPr>
          <a:lstStyle/>
          <a:p>
            <a:r>
              <a:rPr lang="en-IN" sz="2400" dirty="0"/>
              <a:t>Can we pass function definition in function call: </a:t>
            </a:r>
            <a:r>
              <a:rPr lang="en-IN" sz="2400" dirty="0" err="1"/>
              <a:t>callback</a:t>
            </a:r>
            <a:r>
              <a:rPr lang="en-IN" sz="2400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ED2807-2F36-4379-A603-9723676D4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727587"/>
            <a:ext cx="3483077" cy="5449376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go takes a function w that itself takes a number and returns a number</a:t>
            </a:r>
            <a:endParaRPr lang="en-IN" sz="2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8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IN" sz="28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IN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));</a:t>
            </a: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lnSpc>
                <a:spcPct val="113095"/>
              </a:lnSpc>
              <a:buNone/>
            </a:pPr>
            <a:b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sz="2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Call go with an inline function that cubes its input</a:t>
            </a:r>
            <a:endParaRPr lang="en-IN" sz="28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go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I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8FB751-3DAA-4500-AE1F-CC72A760C628}"/>
              </a:ext>
            </a:extLst>
          </p:cNvPr>
          <p:cNvSpPr/>
          <p:nvPr/>
        </p:nvSpPr>
        <p:spPr>
          <a:xfrm>
            <a:off x="3755924" y="2376831"/>
            <a:ext cx="1504336" cy="1474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function(a)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return a*a*a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FFF31AF-3FEF-4FB5-ABFE-515EADB13FEB}"/>
              </a:ext>
            </a:extLst>
          </p:cNvPr>
          <p:cNvSpPr/>
          <p:nvPr/>
        </p:nvSpPr>
        <p:spPr>
          <a:xfrm>
            <a:off x="2807110" y="4569231"/>
            <a:ext cx="304800" cy="3637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54A616D-7401-4E9B-B878-F56CDDFE2D0B}"/>
              </a:ext>
            </a:extLst>
          </p:cNvPr>
          <p:cNvSpPr txBox="1"/>
          <p:nvPr/>
        </p:nvSpPr>
        <p:spPr>
          <a:xfrm>
            <a:off x="2698956" y="4239444"/>
            <a:ext cx="471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B627105-E03D-48E9-9040-871D315A3621}"/>
              </a:ext>
            </a:extLst>
          </p:cNvPr>
          <p:cNvSpPr/>
          <p:nvPr/>
        </p:nvSpPr>
        <p:spPr>
          <a:xfrm>
            <a:off x="3628103" y="4155226"/>
            <a:ext cx="1504336" cy="147483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function(w)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Alert( w(5));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99461F-983F-44D6-B36B-7DFAF28A7BE9}"/>
              </a:ext>
            </a:extLst>
          </p:cNvPr>
          <p:cNvSpPr/>
          <p:nvPr/>
        </p:nvSpPr>
        <p:spPr>
          <a:xfrm>
            <a:off x="4205748" y="4591259"/>
            <a:ext cx="349045" cy="36379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DF191A-06E1-4EAF-9E15-00E9BD003B0B}"/>
              </a:ext>
            </a:extLst>
          </p:cNvPr>
          <p:cNvSpPr txBox="1"/>
          <p:nvPr/>
        </p:nvSpPr>
        <p:spPr>
          <a:xfrm>
            <a:off x="3900948" y="4560924"/>
            <a:ext cx="393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1F49324C-6B90-4EDF-A9E4-EA4EB7F53A32}"/>
              </a:ext>
            </a:extLst>
          </p:cNvPr>
          <p:cNvCxnSpPr>
            <a:cxnSpLocks/>
          </p:cNvCxnSpPr>
          <p:nvPr/>
        </p:nvCxnSpPr>
        <p:spPr>
          <a:xfrm flipV="1">
            <a:off x="4294239" y="3880478"/>
            <a:ext cx="0" cy="657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3C55144-CA02-4B72-B2A3-23EE8320E705}"/>
              </a:ext>
            </a:extLst>
          </p:cNvPr>
          <p:cNvSpPr txBox="1"/>
          <p:nvPr/>
        </p:nvSpPr>
        <p:spPr>
          <a:xfrm>
            <a:off x="5624052" y="825910"/>
            <a:ext cx="614515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Recollect we have done function pointer concept in C and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.Net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Just think can we pass function definition in function call?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Ans: Yes.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Observe in our example parameter passed in function call is function definition. So here “w” is now pointing to anonymous function.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This concept is also known as function call back.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7F54F83-E63E-416F-A8BF-9CF96DA7A1D8}"/>
              </a:ext>
            </a:extLst>
          </p:cNvPr>
          <p:cNvCxnSpPr>
            <a:cxnSpLocks/>
          </p:cNvCxnSpPr>
          <p:nvPr/>
        </p:nvCxnSpPr>
        <p:spPr>
          <a:xfrm>
            <a:off x="2438400" y="2104103"/>
            <a:ext cx="1189703" cy="11405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D306C4-97C1-47BE-B47F-117356F9A2A8}"/>
              </a:ext>
            </a:extLst>
          </p:cNvPr>
          <p:cNvCxnSpPr/>
          <p:nvPr/>
        </p:nvCxnSpPr>
        <p:spPr>
          <a:xfrm flipV="1">
            <a:off x="3111910" y="4591259"/>
            <a:ext cx="408039" cy="98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713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8AEA5D-F816-EA57-5275-A1D1A249FF7E}"/>
              </a:ext>
            </a:extLst>
          </p:cNvPr>
          <p:cNvSpPr txBox="1"/>
          <p:nvPr/>
        </p:nvSpPr>
        <p:spPr>
          <a:xfrm>
            <a:off x="840317" y="1101271"/>
            <a:ext cx="10987616" cy="3516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param1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param2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'Started learning at.</a:t>
            </a:r>
            <a:r>
              <a:rPr lang="en-IN" b="0" dirty="0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\n\</a:t>
            </a:r>
            <a:r>
              <a:rPr lang="en-IN" b="0" dirty="0" err="1">
                <a:solidFill>
                  <a:srgbClr val="EE0000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IN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It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has: 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param1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', 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param2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callback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  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  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en-IN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mydata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'vita'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'DAC'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 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'Finished learning DAC'</a:t>
            </a: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  </a:t>
            </a:r>
          </a:p>
          <a:p>
            <a:pPr>
              <a:lnSpc>
                <a:spcPct val="113095"/>
              </a:lnSpc>
              <a:buNone/>
            </a:pPr>
            <a: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pPr>
              <a:lnSpc>
                <a:spcPct val="113095"/>
              </a:lnSpc>
              <a:buNone/>
            </a:pPr>
            <a:br>
              <a:rPr lang="en-IN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IN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5472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02EB2C-DE78-8670-7045-5C3381D8C3C2}"/>
              </a:ext>
            </a:extLst>
          </p:cNvPr>
          <p:cNvSpPr txBox="1"/>
          <p:nvPr/>
        </p:nvSpPr>
        <p:spPr>
          <a:xfrm>
            <a:off x="527050" y="1569259"/>
            <a:ext cx="6134100" cy="152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(()</a:t>
            </a:r>
            <a:r>
              <a:rPr lang="en-IN" sz="28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28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28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alert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28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"This is a String"</a:t>
            </a: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en-IN" sz="28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})();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6FF0C-B51E-7859-AF47-481DF59342D0}"/>
              </a:ext>
            </a:extLst>
          </p:cNvPr>
          <p:cNvSpPr txBox="1"/>
          <p:nvPr/>
        </p:nvSpPr>
        <p:spPr>
          <a:xfrm>
            <a:off x="3031067" y="220134"/>
            <a:ext cx="5291667" cy="52322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800" dirty="0"/>
              <a:t>IIFE</a:t>
            </a:r>
          </a:p>
        </p:txBody>
      </p:sp>
    </p:spTree>
    <p:extLst>
      <p:ext uri="{BB962C8B-B14F-4D97-AF65-F5344CB8AC3E}">
        <p14:creationId xmlns:p14="http://schemas.microsoft.com/office/powerpoint/2010/main" val="195949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AEBE9-80C9-4420-9F68-33078D56C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679" y="1"/>
            <a:ext cx="10406555" cy="357352"/>
          </a:xfrm>
        </p:spPr>
        <p:txBody>
          <a:bodyPr>
            <a:normAutofit fontScale="90000"/>
          </a:bodyPr>
          <a:lstStyle/>
          <a:p>
            <a:r>
              <a:rPr lang="en-IN" dirty="0"/>
              <a:t>Arrow function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43916BC-104E-4A6D-B298-A6C4E29037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40113011"/>
              </p:ext>
            </p:extLst>
          </p:nvPr>
        </p:nvGraphicFramePr>
        <p:xfrm>
          <a:off x="457199" y="856886"/>
          <a:ext cx="11053456" cy="47439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23443">
                  <a:extLst>
                    <a:ext uri="{9D8B030D-6E8A-4147-A177-3AD203B41FA5}">
                      <a16:colId xmlns:a16="http://schemas.microsoft.com/office/drawing/2014/main" val="1385377731"/>
                    </a:ext>
                  </a:extLst>
                </a:gridCol>
                <a:gridCol w="6330013">
                  <a:extLst>
                    <a:ext uri="{9D8B030D-6E8A-4147-A177-3AD203B41FA5}">
                      <a16:colId xmlns:a16="http://schemas.microsoft.com/office/drawing/2014/main" val="4285437231"/>
                    </a:ext>
                  </a:extLst>
                </a:gridCol>
              </a:tblGrid>
              <a:tr h="365304">
                <a:tc>
                  <a:txBody>
                    <a:bodyPr/>
                    <a:lstStyle/>
                    <a:p>
                      <a:r>
                        <a:rPr lang="en-IN" dirty="0"/>
                        <a:t>Anonymous  function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Arrow function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8573891"/>
                  </a:ext>
                </a:extLst>
              </a:tr>
              <a:tr h="1177989"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en-IN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4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reflect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IN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4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IN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4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=&gt;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en-IN" sz="14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en-IN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4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log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IN" sz="14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reflect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IN" sz="14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22</a:t>
                      </a:r>
                      <a:r>
                        <a:rPr lang="en-IN" sz="14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)); </a:t>
                      </a:r>
                      <a:r>
                        <a:rPr lang="en-IN" sz="14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Output: 22</a:t>
                      </a:r>
                      <a:endParaRPr lang="en-IN" sz="14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en-IN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const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reflect1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=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en-IN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=&gt;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value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en-IN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sz="16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log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IN" sz="16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reflect1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IN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67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)); </a:t>
                      </a:r>
                      <a:r>
                        <a:rPr lang="en-IN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Output: 67</a:t>
                      </a:r>
                      <a:endParaRPr lang="en-IN" sz="1600" b="0" dirty="0">
                        <a:solidFill>
                          <a:srgbClr val="3B3B3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3417039"/>
                  </a:ext>
                </a:extLst>
              </a:tr>
              <a:tr h="1449833">
                <a:tc>
                  <a:txBody>
                    <a:bodyPr/>
                    <a:lstStyle/>
                    <a:p>
                      <a:r>
                        <a:rPr lang="pt-BR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pt-B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= </a:t>
                      </a:r>
                      <a:r>
                        <a:rPr lang="pt-BR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num1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 </a:t>
                      </a:r>
                      <a:r>
                        <a:rPr lang="pt-B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num2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 </a:t>
                      </a:r>
                      <a:r>
                        <a:rPr lang="en-IN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6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6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 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</a:p>
                    <a:p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pt-BR" sz="16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pt-B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num1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+ </a:t>
                      </a:r>
                      <a:r>
                        <a:rPr lang="pt-B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num2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r>
                        <a:rPr lang="pt-B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document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sz="1600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sum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pt-B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pt-B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pt-BR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sum1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= (</a:t>
                      </a:r>
                      <a:r>
                        <a:rPr lang="pt-BR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num1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8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8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 </a:t>
                      </a:r>
                      <a:r>
                        <a:rPr lang="pt-BR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num2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  <a:r>
                        <a:rPr lang="en-IN" sz="18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8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r>
                        <a:rPr lang="en-IN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:</a:t>
                      </a:r>
                      <a:r>
                        <a:rPr lang="en-IN" sz="1800" b="0" dirty="0">
                          <a:solidFill>
                            <a:srgbClr val="3B3B3B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en-IN" sz="18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pt-BR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=&gt;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pt-BR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num1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+ </a:t>
                      </a:r>
                      <a:r>
                        <a:rPr lang="pt-BR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num2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pt-BR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document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pt-BR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sum1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pt-BR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</a:t>
                      </a:r>
                      <a:r>
                        <a:rPr lang="pt-BR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7</a:t>
                      </a:r>
                      <a:r>
                        <a:rPr lang="pt-BR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));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6618221"/>
                  </a:ext>
                </a:extLst>
              </a:tr>
              <a:tr h="1449833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US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= </a:t>
                      </a:r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function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():</a:t>
                      </a:r>
                      <a:r>
                        <a:rPr lang="en-IN" sz="18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{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   </a:t>
                      </a:r>
                      <a:r>
                        <a:rPr lang="en-US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return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US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"TSYS"</a:t>
                      </a:r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US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log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IN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());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var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= ():</a:t>
                      </a:r>
                      <a:r>
                        <a:rPr lang="en-IN" sz="1800" b="0" dirty="0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=&gt;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</a:t>
                      </a:r>
                      <a:r>
                        <a:rPr lang="en-IN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"TSYS"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r>
                        <a:rPr lang="en-IN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en-IN" b="0" dirty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log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en-IN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getName</a:t>
                      </a:r>
                      <a:r>
                        <a:rPr lang="en-IN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());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540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62643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608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Consolas</vt:lpstr>
      <vt:lpstr>Office Theme</vt:lpstr>
      <vt:lpstr>1_Office Theme</vt:lpstr>
      <vt:lpstr>PowerPoint Presentation</vt:lpstr>
      <vt:lpstr>PowerPoint Presentation</vt:lpstr>
      <vt:lpstr>Can we pass function definition in function call: callback </vt:lpstr>
      <vt:lpstr>PowerPoint Presentation</vt:lpstr>
      <vt:lpstr>PowerPoint Presentation</vt:lpstr>
      <vt:lpstr>Arrow function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sriram mantri vidyanidhi infotech academy</dc:creator>
  <cp:lastModifiedBy>sriram mantri vidyanidhi infotech academy</cp:lastModifiedBy>
  <cp:revision>13</cp:revision>
  <dcterms:created xsi:type="dcterms:W3CDTF">2026-09-07T09:22:30Z</dcterms:created>
  <dcterms:modified xsi:type="dcterms:W3CDTF">2026-09-24T04:17:10Z</dcterms:modified>
</cp:coreProperties>
</file>