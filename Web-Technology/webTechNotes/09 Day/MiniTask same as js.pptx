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06-F9B4-955C-E538-8DBC0D4E8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2C250-6E84-6CF9-8774-47D3E4946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A1F5-EA2F-70E6-64A0-BF3B1496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A4A1-A10B-D70C-2EA7-FBFD7217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2650-BE5C-B06E-0358-8AC7675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5053-BE63-9299-581A-C6997878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9390-A642-1697-4A62-A1CF9EB3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C638-9570-4C4C-97C7-3D2EC0C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696B-C49B-6896-085A-10BA7849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FFB24-5B03-C096-A9BF-595ABC1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778-C2A2-74A2-0274-CD86079E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52CE1-3D59-FD81-4743-6F535EFD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8C91-6ECB-F6CD-B8B8-B6687674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06FB-EC60-06BB-3A65-2AECB63D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2739-4FD2-9B2B-1665-7F008FF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E148-671A-DC8E-90E0-4FD87FEB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A76-B3CA-CEFC-A250-BE5DD4677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8A12-5FD3-580A-2A3E-CFE9C6B5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EC77-7718-AB2C-EF23-273435C7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F2852-F526-FB16-CEB3-5F64180C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9D3F1-596A-4279-92B3-10B4168D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0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8440-69FA-7A67-560B-4B2DB6B8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69CF-7CE1-B9F9-FE0F-3A3700F2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B5BF-1712-2443-CE59-367C8DA3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AEECC-5818-1B17-3961-D7882FDEB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3A6B-989F-1491-8485-60B6029E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C133-50DC-37D3-9735-C84DACA5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F1151-EB0D-0DE7-3FF3-FEE2071F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A42AD-F445-3FFD-C778-A71FE34E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E277-6C76-4629-AAA0-84B856C3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39CF8-163D-F91D-90B2-43FC645A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0863E-1833-6005-26D6-3623E42E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7354D-24A7-FEC0-B648-8EB98084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0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2C2CB-7D45-B84A-683A-ED5D9C6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EBEE6-578D-1B41-A01B-23340CC9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5E42-8385-BF10-9FFF-A0444DF6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6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ABFD-6160-F8D0-6FF8-C0D504B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A883-84D9-2273-3A58-4D308D40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4D2B8-BA2F-F8BC-27E9-74D8C47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C15EF-791E-E44F-4CA2-B630C431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8817B-E1A0-3BB6-6C4F-1DE489E7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6F758-18AD-CC10-C0BA-E83A2108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1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C40-064B-AB45-6702-E6FD889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B6520-C13E-FEBF-C8D9-B66D493DA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F987-9959-E47A-0C6C-30BC4BDB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A652-DE17-AF99-5506-5DD7A7AF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EDE2-BDC0-7ADE-D6CE-1A33241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C48F-12DB-12DF-6029-8940AAEA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1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B97C-A725-E347-D552-4E48A07F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26D47-4F01-207C-D944-83A8DD584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877EE-3F31-8E0C-658B-BE99AE58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248B-8C7C-B708-241E-E084F6B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0AFE-9416-7EC7-E507-E0442CA8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9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8C286-B57B-7969-BCB1-2A5831B32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7C63D-2D2B-0D59-D401-DAFCA2E42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6C39-07BB-ECD9-7251-B7E0D24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4CCE-9FF7-B978-7C58-5CA9F496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2C39-AD07-F601-5F54-705D425F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E342F-44C2-D476-DAE9-461B44C53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D23E3-F572-4989-AD50-4438461E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A88C-89F1-F059-6CBB-1F1E2679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67D4-278D-411C-B68D-47FEB9811E52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5E14-42C2-2B08-87C2-56286CB4D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78A8-C62D-03DC-EC76-B6FE7BC6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4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2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E6AA0-A816-6526-7A5C-44FAC0A6E27D}"/>
              </a:ext>
            </a:extLst>
          </p:cNvPr>
          <p:cNvSpPr txBox="1"/>
          <p:nvPr/>
        </p:nvSpPr>
        <p:spPr>
          <a:xfrm>
            <a:off x="218661" y="228600"/>
            <a:ext cx="1107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text box and a button with value “Add”.</a:t>
            </a:r>
          </a:p>
          <a:p>
            <a:r>
              <a:rPr lang="en-US" dirty="0"/>
              <a:t> On click it should do addition of 2  given value  in a text box</a:t>
            </a:r>
          </a:p>
          <a:p>
            <a:r>
              <a:rPr lang="en-US" dirty="0"/>
              <a:t>Result should be displayed in Result textbox.</a:t>
            </a:r>
          </a:p>
          <a:p>
            <a:r>
              <a:rPr lang="en-US" dirty="0"/>
              <a:t>Result textbox is </a:t>
            </a:r>
            <a:r>
              <a:rPr lang="en-US" dirty="0" err="1"/>
              <a:t>readonly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A4BE1-ADCF-1264-F660-E15A699BD35D}"/>
              </a:ext>
            </a:extLst>
          </p:cNvPr>
          <p:cNvSpPr txBox="1"/>
          <p:nvPr/>
        </p:nvSpPr>
        <p:spPr>
          <a:xfrm>
            <a:off x="824947" y="1411357"/>
            <a:ext cx="1100261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setno1(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setno2(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no3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5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F8199A-8902-280E-039B-832EDC24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63" y="1392871"/>
            <a:ext cx="9640135" cy="22633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C1BD6-BBF4-5690-F0B1-60BE9F88FC0B}"/>
              </a:ext>
            </a:extLst>
          </p:cNvPr>
          <p:cNvSpPr txBox="1"/>
          <p:nvPr/>
        </p:nvSpPr>
        <p:spPr>
          <a:xfrm>
            <a:off x="675861" y="34290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checked radio button and on click of button it should perform that checked 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4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B11168-1F2B-F780-61A3-DBBEDA4EEB75}"/>
              </a:ext>
            </a:extLst>
          </p:cNvPr>
          <p:cNvSpPr txBox="1"/>
          <p:nvPr/>
        </p:nvSpPr>
        <p:spPr>
          <a:xfrm>
            <a:off x="0" y="0"/>
            <a:ext cx="52081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rd,setrd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result=(+no1 *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 +no1 /  +no2;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setno3(result);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5183C-10DC-9749-D7AB-1F1645252996}"/>
              </a:ext>
            </a:extLst>
          </p:cNvPr>
          <p:cNvSpPr txBox="1"/>
          <p:nvPr/>
        </p:nvSpPr>
        <p:spPr>
          <a:xfrm>
            <a:off x="4292601" y="-121786"/>
            <a:ext cx="78994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</a:t>
            </a: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"no1"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setno1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"no2"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setno2 (</a:t>
            </a:r>
            <a:r>
              <a:rPr kumimoji="0" lang="en-I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"no3"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{true}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i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&lt;/&gt;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AC2925-6839-73F7-983D-4F030517827A}"/>
              </a:ext>
            </a:extLst>
          </p:cNvPr>
          <p:cNvSpPr txBox="1"/>
          <p:nvPr/>
        </p:nvSpPr>
        <p:spPr>
          <a:xfrm>
            <a:off x="-1" y="0"/>
            <a:ext cx="1205616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(&lt;&gt;   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Two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Three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"Four"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Four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"Five"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Five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all checked values are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allchecked.join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, 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 </a:t>
            </a:r>
          </a:p>
        </p:txBody>
      </p:sp>
    </p:spTree>
    <p:extLst>
      <p:ext uri="{BB962C8B-B14F-4D97-AF65-F5344CB8AC3E}">
        <p14:creationId xmlns:p14="http://schemas.microsoft.com/office/powerpoint/2010/main" val="387798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FFEBEF-B43F-589A-F56B-40A6A1788E0B}"/>
              </a:ext>
            </a:extLst>
          </p:cNvPr>
          <p:cNvSpPr txBox="1"/>
          <p:nvPr/>
        </p:nvSpPr>
        <p:spPr>
          <a:xfrm>
            <a:off x="5672666" y="221945"/>
            <a:ext cx="6519334" cy="39703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3CEF3-D8D9-2060-8985-1D4E941C38FF}"/>
              </a:ext>
            </a:extLst>
          </p:cNvPr>
          <p:cNvSpPr txBox="1"/>
          <p:nvPr/>
        </p:nvSpPr>
        <p:spPr>
          <a:xfrm>
            <a:off x="169333" y="5334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CE585-669B-1CC2-3EF8-3F310CED212F}"/>
              </a:ext>
            </a:extLst>
          </p:cNvPr>
          <p:cNvSpPr txBox="1"/>
          <p:nvPr/>
        </p:nvSpPr>
        <p:spPr>
          <a:xfrm>
            <a:off x="59266" y="30818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E2DA8-E2F3-1D49-1057-03DFBC690F5A}"/>
              </a:ext>
            </a:extLst>
          </p:cNvPr>
          <p:cNvSpPr txBox="1"/>
          <p:nvPr/>
        </p:nvSpPr>
        <p:spPr>
          <a:xfrm>
            <a:off x="76199" y="24976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69FC9-039A-9BD7-11A7-9CB8383869BC}"/>
              </a:ext>
            </a:extLst>
          </p:cNvPr>
          <p:cNvSpPr txBox="1"/>
          <p:nvPr/>
        </p:nvSpPr>
        <p:spPr>
          <a:xfrm>
            <a:off x="169333" y="1193800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63C09-CF86-B947-3897-9E5D77A08283}"/>
              </a:ext>
            </a:extLst>
          </p:cNvPr>
          <p:cNvSpPr txBox="1"/>
          <p:nvPr/>
        </p:nvSpPr>
        <p:spPr>
          <a:xfrm>
            <a:off x="152399" y="1837267"/>
            <a:ext cx="457200" cy="448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65626E-DA3C-A5C1-334E-D59772DBB4C7}"/>
              </a:ext>
            </a:extLst>
          </p:cNvPr>
          <p:cNvSpPr txBox="1"/>
          <p:nvPr/>
        </p:nvSpPr>
        <p:spPr>
          <a:xfrm>
            <a:off x="804333" y="626533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52171-5A06-66FD-C468-59C02E3FD6A4}"/>
              </a:ext>
            </a:extLst>
          </p:cNvPr>
          <p:cNvSpPr txBox="1"/>
          <p:nvPr/>
        </p:nvSpPr>
        <p:spPr>
          <a:xfrm>
            <a:off x="804333" y="11938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Two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52C9A-DF3A-640F-3647-718568B79BBD}"/>
              </a:ext>
            </a:extLst>
          </p:cNvPr>
          <p:cNvSpPr txBox="1"/>
          <p:nvPr/>
        </p:nvSpPr>
        <p:spPr>
          <a:xfrm>
            <a:off x="804332" y="1803400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Three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D89E1-52DE-58B4-4578-C26E837B55B1}"/>
              </a:ext>
            </a:extLst>
          </p:cNvPr>
          <p:cNvSpPr txBox="1"/>
          <p:nvPr/>
        </p:nvSpPr>
        <p:spPr>
          <a:xfrm>
            <a:off x="719666" y="2497667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E7929-26D8-2504-8F9D-81188796332F}"/>
              </a:ext>
            </a:extLst>
          </p:cNvPr>
          <p:cNvSpPr txBox="1"/>
          <p:nvPr/>
        </p:nvSpPr>
        <p:spPr>
          <a:xfrm>
            <a:off x="719666" y="3064934"/>
            <a:ext cx="1202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8E9C6-1A71-5478-7A11-5C87BF89A734}"/>
              </a:ext>
            </a:extLst>
          </p:cNvPr>
          <p:cNvSpPr txBox="1"/>
          <p:nvPr/>
        </p:nvSpPr>
        <p:spPr>
          <a:xfrm>
            <a:off x="380999" y="4055533"/>
            <a:ext cx="345440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[  1,2,3,4 ]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223F9-DE0D-8F55-87AB-B6CF53C14583}"/>
              </a:ext>
            </a:extLst>
          </p:cNvPr>
          <p:cNvSpPr txBox="1"/>
          <p:nvPr/>
        </p:nvSpPr>
        <p:spPr>
          <a:xfrm>
            <a:off x="1921933" y="3462866"/>
            <a:ext cx="165099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allchecked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0D9C5C-9A77-5E2E-45E6-20D2EDBA3DC3}"/>
              </a:ext>
            </a:extLst>
          </p:cNvPr>
          <p:cNvCxnSpPr/>
          <p:nvPr/>
        </p:nvCxnSpPr>
        <p:spPr>
          <a:xfrm flipH="1">
            <a:off x="1921933" y="3832198"/>
            <a:ext cx="1490134" cy="360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F46B5F-B985-A69A-1786-E5661CEE9A3A}"/>
              </a:ext>
            </a:extLst>
          </p:cNvPr>
          <p:cNvSpPr txBox="1"/>
          <p:nvPr/>
        </p:nvSpPr>
        <p:spPr>
          <a:xfrm>
            <a:off x="1608667" y="423333"/>
            <a:ext cx="1007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2</a:t>
            </a:r>
          </a:p>
          <a:p>
            <a:endParaRPr lang="en-IN" dirty="0"/>
          </a:p>
          <a:p>
            <a:r>
              <a:rPr lang="en-IN" dirty="0"/>
              <a:t>3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4</a:t>
            </a:r>
          </a:p>
          <a:p>
            <a:endParaRPr lang="en-IN" dirty="0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774F42F-1EE1-B46F-744E-CDE0AF969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35" y="4240199"/>
            <a:ext cx="642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line creates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array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spread operator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copy all current values 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allchecked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then adds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e.target.value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the end.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7FD6DB-BF5C-9162-9F51-37517231FB57}"/>
              </a:ext>
            </a:extLst>
          </p:cNvPr>
          <p:cNvSpPr txBox="1"/>
          <p:nvPr/>
        </p:nvSpPr>
        <p:spPr>
          <a:xfrm>
            <a:off x="169333" y="4880633"/>
            <a:ext cx="61002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CCEB8C-1567-30C3-DD4A-853358ADEDC3}"/>
              </a:ext>
            </a:extLst>
          </p:cNvPr>
          <p:cNvSpPr txBox="1"/>
          <p:nvPr/>
        </p:nvSpPr>
        <p:spPr>
          <a:xfrm>
            <a:off x="2184399" y="423333"/>
            <a:ext cx="1236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U1</a:t>
            </a:r>
          </a:p>
          <a:p>
            <a:endParaRPr lang="en-I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460BB6-BBEA-7C7C-F3EE-55ADF1BEB52D}"/>
              </a:ext>
            </a:extLst>
          </p:cNvPr>
          <p:cNvCxnSpPr/>
          <p:nvPr/>
        </p:nvCxnSpPr>
        <p:spPr>
          <a:xfrm flipH="1" flipV="1">
            <a:off x="2616200" y="762000"/>
            <a:ext cx="2954867" cy="418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57D589-5F2C-5D3E-92C7-D08E3BE7B163}"/>
              </a:ext>
            </a:extLst>
          </p:cNvPr>
          <p:cNvCxnSpPr/>
          <p:nvPr/>
        </p:nvCxnSpPr>
        <p:spPr>
          <a:xfrm>
            <a:off x="719666" y="4424865"/>
            <a:ext cx="1786467" cy="519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00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6FF4FF-838F-1EE7-8FA6-21FB4FBBAD02}"/>
              </a:ext>
            </a:extLst>
          </p:cNvPr>
          <p:cNvSpPr txBox="1"/>
          <p:nvPr/>
        </p:nvSpPr>
        <p:spPr>
          <a:xfrm>
            <a:off x="211667" y="0"/>
            <a:ext cx="73660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TodoApp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hobbies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"Reading"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"Traveling"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"Cooking"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"Gaming"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Hobbies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hobbies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hobby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hobby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hobby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includes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hobby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hobby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Selected Hobbies: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E19D7-94EA-FA41-7415-C3802F9F91F0}"/>
              </a:ext>
            </a:extLst>
          </p:cNvPr>
          <p:cNvSpPr txBox="1"/>
          <p:nvPr/>
        </p:nvSpPr>
        <p:spPr>
          <a:xfrm>
            <a:off x="8034867" y="533400"/>
            <a:ext cx="459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Dynamic check box</a:t>
            </a:r>
          </a:p>
        </p:txBody>
      </p:sp>
    </p:spTree>
    <p:extLst>
      <p:ext uri="{BB962C8B-B14F-4D97-AF65-F5344CB8AC3E}">
        <p14:creationId xmlns:p14="http://schemas.microsoft.com/office/powerpoint/2010/main" val="383011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1093</Words>
  <Application>Microsoft Office PowerPoint</Application>
  <PresentationFormat>Widescreen</PresentationFormat>
  <Paragraphs>147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sriram mantri vidyanidhi infotech academy</cp:lastModifiedBy>
  <cp:revision>13</cp:revision>
  <dcterms:created xsi:type="dcterms:W3CDTF">2024-01-19T04:41:39Z</dcterms:created>
  <dcterms:modified xsi:type="dcterms:W3CDTF">2026-04-16T08:47:03Z</dcterms:modified>
</cp:coreProperties>
</file>